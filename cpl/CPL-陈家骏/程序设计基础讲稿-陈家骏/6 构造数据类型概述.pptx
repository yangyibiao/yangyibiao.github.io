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7"/>
  </p:notesMasterIdLst>
  <p:sldIdLst>
    <p:sldId id="257" r:id="rId2"/>
    <p:sldId id="359" r:id="rId3"/>
    <p:sldId id="594" r:id="rId4"/>
    <p:sldId id="595" r:id="rId5"/>
    <p:sldId id="596" r:id="rId6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366C"/>
    <a:srgbClr val="004182"/>
    <a:srgbClr val="00458A"/>
    <a:srgbClr val="006BD6"/>
    <a:srgbClr val="0097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2" autoAdjust="0"/>
    <p:restoredTop sz="94631" autoAdjust="0"/>
  </p:normalViewPr>
  <p:slideViewPr>
    <p:cSldViewPr>
      <p:cViewPr varScale="1">
        <p:scale>
          <a:sx n="70" d="100"/>
          <a:sy n="70" d="100"/>
        </p:scale>
        <p:origin x="68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56D76-AACF-4107-A0A6-48831FECDFBC}" type="datetimeFigureOut">
              <a:rPr lang="zh-CN" altLang="en-US" smtClean="0"/>
              <a:t>2026/7/25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478CC-71F1-4B6F-9A62-58CCE68A2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086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63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52264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EEBD7-5845-4E60-BBD7-262F4E67B7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03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93BE5-25B9-4E46-9719-636B716C80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24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34684-A919-433B-A097-0069872919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537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C90531-C77A-4AE2-A46F-8B28207974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8227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E0DBF-F0DD-433B-8161-8B7DF6F90F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11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50FA3-EEFA-48A7-B1C9-DBFA2C89C0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212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3E317-59D3-4924-B226-9D29B63871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313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4C726-A5EE-41BD-8271-8AFA102B9F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44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4DF25-4EAA-488A-8FC8-F8EB48AC41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41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BCC80-A883-4A0B-A67B-6333767FF6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424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3C882-1FCC-4668-B769-60641EA0D4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603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100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51203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4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05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51207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8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09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0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1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2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3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4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5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6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7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8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51219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1220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1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51222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3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43 w 717"/>
                <a:gd name="T1" fmla="*/ 845 h 845"/>
                <a:gd name="T2" fmla="*/ 743 w 717"/>
                <a:gd name="T3" fmla="*/ 821 h 845"/>
                <a:gd name="T4" fmla="*/ 600 w 717"/>
                <a:gd name="T5" fmla="*/ 605 h 845"/>
                <a:gd name="T6" fmla="*/ 419 w 717"/>
                <a:gd name="T7" fmla="*/ 396 h 845"/>
                <a:gd name="T8" fmla="*/ 234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22 w 717"/>
                <a:gd name="T15" fmla="*/ 198 h 845"/>
                <a:gd name="T16" fmla="*/ 413 w 717"/>
                <a:gd name="T17" fmla="*/ 408 h 845"/>
                <a:gd name="T18" fmla="*/ 594 w 717"/>
                <a:gd name="T19" fmla="*/ 623 h 845"/>
                <a:gd name="T20" fmla="*/ 743 w 717"/>
                <a:gd name="T21" fmla="*/ 845 h 845"/>
                <a:gd name="T22" fmla="*/ 743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20 w 407"/>
                <a:gd name="T1" fmla="*/ 414 h 414"/>
                <a:gd name="T2" fmla="*/ 420 w 407"/>
                <a:gd name="T3" fmla="*/ 396 h 414"/>
                <a:gd name="T4" fmla="*/ 235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29 w 407"/>
                <a:gd name="T13" fmla="*/ 204 h 414"/>
                <a:gd name="T14" fmla="*/ 420 w 407"/>
                <a:gd name="T15" fmla="*/ 414 h 414"/>
                <a:gd name="T16" fmla="*/ 420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5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4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12 w 586"/>
                <a:gd name="T1" fmla="*/ 0 h 599"/>
                <a:gd name="T2" fmla="*/ 594 w 586"/>
                <a:gd name="T3" fmla="*/ 0 h 599"/>
                <a:gd name="T4" fmla="*/ 420 w 586"/>
                <a:gd name="T5" fmla="*/ 132 h 599"/>
                <a:gd name="T6" fmla="*/ 270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70 w 586"/>
                <a:gd name="T17" fmla="*/ 282 h 599"/>
                <a:gd name="T18" fmla="*/ 426 w 586"/>
                <a:gd name="T19" fmla="*/ 138 h 599"/>
                <a:gd name="T20" fmla="*/ 612 w 586"/>
                <a:gd name="T21" fmla="*/ 0 h 599"/>
                <a:gd name="T22" fmla="*/ 612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82 w 269"/>
                <a:gd name="T1" fmla="*/ 0 h 252"/>
                <a:gd name="T2" fmla="*/ 264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82 w 269"/>
                <a:gd name="T15" fmla="*/ 0 h 252"/>
                <a:gd name="T16" fmla="*/ 282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39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40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1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2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000" b="0"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fld id="{FB8E69C5-826F-42B2-8B89-667026A6A0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124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23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74838"/>
            <a:ext cx="7772400" cy="13509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 smtClean="0"/>
              <a:t>构造数据类型概述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>
              <a:defRPr/>
            </a:pP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构造数据类型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3184" y="1960240"/>
            <a:ext cx="8219256" cy="3052936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zh-CN" altLang="en-US" dirty="0" smtClean="0"/>
              <a:t>除了基本</a:t>
            </a:r>
            <a:r>
              <a:rPr lang="zh-CN" altLang="en-US" dirty="0"/>
              <a:t>数据类型的数据外，</a:t>
            </a:r>
            <a:r>
              <a:rPr lang="zh-CN" altLang="en-US" dirty="0" smtClean="0"/>
              <a:t>程序往往要处理大量其它类型的数据，特别是一些复合数据，这些数据不适合用基本数据类型来表示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smtClean="0"/>
              <a:t>例如：</a:t>
            </a:r>
            <a:r>
              <a:rPr lang="zh-CN" altLang="en-US" smtClean="0"/>
              <a:t>向量</a:t>
            </a:r>
            <a:r>
              <a:rPr lang="zh-CN" altLang="en-US" dirty="0" smtClean="0"/>
              <a:t>、矩阵、学生信息</a:t>
            </a:r>
            <a:r>
              <a:rPr lang="zh-CN" altLang="en-US" dirty="0" smtClean="0"/>
              <a:t>、</a:t>
            </a:r>
            <a:r>
              <a:rPr lang="en-US" altLang="zh-CN" dirty="0" smtClean="0"/>
              <a:t>......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语言</a:t>
            </a:r>
            <a:r>
              <a:rPr lang="zh-CN" altLang="en-US" dirty="0" smtClean="0"/>
              <a:t>往往提供了由基本数据类型来构造新数据类型的手段。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332657"/>
            <a:ext cx="8280920" cy="136815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C++</a:t>
            </a:r>
            <a:r>
              <a:rPr lang="zh-CN" altLang="en-US" dirty="0"/>
              <a:t>中，由基本数据类型构造出来的新数据类型称为</a:t>
            </a:r>
            <a:r>
              <a:rPr lang="zh-CN" altLang="en-US" dirty="0">
                <a:solidFill>
                  <a:srgbClr val="FFC000"/>
                </a:solidFill>
              </a:rPr>
              <a:t>构造数据类型</a:t>
            </a:r>
            <a:r>
              <a:rPr lang="zh-CN" altLang="en-US" dirty="0"/>
              <a:t>，它属于用户自定义数据类型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4" name="Picture 5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3" y="1857279"/>
            <a:ext cx="5144417" cy="4884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椭圆 7"/>
          <p:cNvSpPr/>
          <p:nvPr/>
        </p:nvSpPr>
        <p:spPr bwMode="auto">
          <a:xfrm>
            <a:off x="4067944" y="4221088"/>
            <a:ext cx="1728192" cy="64807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299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620688"/>
            <a:ext cx="8435280" cy="590465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smtClean="0"/>
              <a:t>C++</a:t>
            </a:r>
            <a:r>
              <a:rPr lang="zh-CN" altLang="en-US" dirty="0" smtClean="0"/>
              <a:t>构造数据类型包括：</a:t>
            </a:r>
            <a:endParaRPr lang="en-US" altLang="zh-CN" dirty="0" smtClean="0"/>
          </a:p>
          <a:p>
            <a:pPr lvl="1" eaLnBrk="1" hangingPunct="1"/>
            <a:r>
              <a:rPr lang="zh-CN" altLang="en-US" dirty="0"/>
              <a:t>枚举</a:t>
            </a:r>
            <a:r>
              <a:rPr lang="zh-CN" altLang="en-US" dirty="0" smtClean="0"/>
              <a:t>类型</a:t>
            </a:r>
            <a:endParaRPr lang="en-US" altLang="zh-CN" dirty="0" smtClean="0"/>
          </a:p>
          <a:p>
            <a:pPr lvl="2" eaLnBrk="1" hangingPunct="1"/>
            <a:r>
              <a:rPr lang="zh-CN" altLang="en-US" dirty="0" smtClean="0"/>
              <a:t>描述值集较小的数据，如：星期、月份、颜色等数据。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数组类型</a:t>
            </a:r>
            <a:endParaRPr lang="en-US" altLang="zh-CN" dirty="0" smtClean="0"/>
          </a:p>
          <a:p>
            <a:pPr lvl="2" eaLnBrk="1" hangingPunct="1"/>
            <a:r>
              <a:rPr lang="zh-CN" altLang="en-US" dirty="0" smtClean="0"/>
              <a:t>描述由同类型的元素构成的复合数据，如：向量、矩阵等数据。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结构类型</a:t>
            </a:r>
            <a:endParaRPr lang="en-US" altLang="zh-CN" dirty="0" smtClean="0"/>
          </a:p>
          <a:p>
            <a:pPr lvl="2" eaLnBrk="1" hangingPunct="1"/>
            <a:r>
              <a:rPr lang="zh-CN" altLang="en-US" dirty="0" smtClean="0"/>
              <a:t>描述由</a:t>
            </a:r>
            <a:r>
              <a:rPr lang="zh-CN" altLang="en-US" dirty="0"/>
              <a:t>若干类型可以</a:t>
            </a:r>
            <a:r>
              <a:rPr lang="zh-CN" altLang="en-US" dirty="0" smtClean="0"/>
              <a:t>不同的属性构成的复合数据，如：学生数据。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联合类型</a:t>
            </a:r>
            <a:endParaRPr lang="en-US" altLang="zh-CN" dirty="0" smtClean="0"/>
          </a:p>
          <a:p>
            <a:pPr lvl="2" eaLnBrk="1" hangingPunct="1"/>
            <a:r>
              <a:rPr lang="zh-CN" altLang="en-US" dirty="0" smtClean="0"/>
              <a:t>用一种类型描述多种类型的数据。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661344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600200"/>
            <a:ext cx="8363272" cy="4530725"/>
          </a:xfrm>
        </p:spPr>
        <p:txBody>
          <a:bodyPr/>
          <a:lstStyle/>
          <a:p>
            <a:pPr lvl="1"/>
            <a:r>
              <a:rPr lang="zh-CN" altLang="en-US" dirty="0"/>
              <a:t>指针类型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用于描述内存地址类型的数据，</a:t>
            </a:r>
            <a:r>
              <a:rPr lang="zh-CN" altLang="en-US" dirty="0" smtClean="0"/>
              <a:t>用于函数的参数类型、可扩充的数组、链表等场合。</a:t>
            </a:r>
            <a:endParaRPr lang="en-US" altLang="zh-CN" dirty="0"/>
          </a:p>
          <a:p>
            <a:pPr lvl="1"/>
            <a:r>
              <a:rPr lang="zh-CN" altLang="en-US" dirty="0"/>
              <a:t>引用</a:t>
            </a:r>
            <a:r>
              <a:rPr lang="zh-CN" altLang="en-US" dirty="0" smtClean="0"/>
              <a:t>类型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给变量取别名，用于函数参数类型（比指针安全）。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28108142"/>
      </p:ext>
    </p:extLst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marL="342900" indent="-342900" algn="just">
          <a:buFont typeface="Arial" panose="020B0604020202020204" pitchFamily="34" charset="0"/>
          <a:buChar char="•"/>
          <a:defRPr dirty="0">
            <a:solidFill>
              <a:srgbClr val="FFC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</a:tx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39457</TotalTime>
  <Words>203</Words>
  <Application>Microsoft Office PowerPoint</Application>
  <PresentationFormat>全屏显示(4:3)</PresentationFormat>
  <Paragraphs>19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宋体</vt:lpstr>
      <vt:lpstr>Arial</vt:lpstr>
      <vt:lpstr>Calibri</vt:lpstr>
      <vt:lpstr>Verdana</vt:lpstr>
      <vt:lpstr>Wingdings</vt:lpstr>
      <vt:lpstr>Globe</vt:lpstr>
      <vt:lpstr>构造数据类型概述</vt:lpstr>
      <vt:lpstr>构造数据类型</vt:lpstr>
      <vt:lpstr>PowerPoint 演示文稿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构造数据类型</dc:title>
  <dc:creator>Chen Jiajun</dc:creator>
  <cp:lastModifiedBy>Chen Jiajun</cp:lastModifiedBy>
  <cp:revision>1100</cp:revision>
  <dcterms:created xsi:type="dcterms:W3CDTF">2004-12-03T07:36:08Z</dcterms:created>
  <dcterms:modified xsi:type="dcterms:W3CDTF">2026-07-25T02:39:57Z</dcterms:modified>
</cp:coreProperties>
</file>