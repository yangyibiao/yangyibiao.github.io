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6" r:id="rId2"/>
    <p:sldId id="291" r:id="rId3"/>
    <p:sldId id="295" r:id="rId4"/>
    <p:sldId id="296" r:id="rId5"/>
    <p:sldId id="294" r:id="rId6"/>
    <p:sldId id="289" r:id="rId7"/>
    <p:sldId id="288" r:id="rId8"/>
    <p:sldId id="293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0"/>
    <a:srgbClr val="003264"/>
    <a:srgbClr val="0054A8"/>
    <a:srgbClr val="0049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4" autoAdjust="0"/>
  </p:normalViewPr>
  <p:slideViewPr>
    <p:cSldViewPr>
      <p:cViewPr varScale="1">
        <p:scale>
          <a:sx n="104" d="100"/>
          <a:sy n="104" d="100"/>
        </p:scale>
        <p:origin x="12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655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56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BD76E-71CE-45F0-A6CB-A7762CA467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80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8752AD-27C8-4AD8-B874-77979C2CA3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222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0195B-3C03-412C-8B2E-21A01C194A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47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87D85-CFF0-4F99-8E1D-090CCC5D49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6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C705C-3CDD-48C5-BD42-3FE6AE8990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26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EFF85-2FCB-4B80-B629-55CD36B6E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319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04F9-2A7C-4A65-A275-8D43B93D3A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1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F305D-920D-4FDA-8915-8CC1DFDC78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97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72190-2435-495A-A9B7-D62D852CC7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61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ABB1-0D61-4017-A7E0-A5E2DAC5A7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132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EACEF-28E8-46E2-BABC-114D4CEE86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64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059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10599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0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1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2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3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4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5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6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7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8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09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10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0611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10612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0613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0614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7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631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32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3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4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fld id="{FDBDA03C-67BA-4804-8718-7F391E382F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06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71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700213"/>
            <a:ext cx="77724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《</a:t>
            </a:r>
            <a:r>
              <a:rPr lang="zh-CN" altLang="en-US" dirty="0" smtClean="0"/>
              <a:t>程序设计基础</a:t>
            </a:r>
            <a:r>
              <a:rPr lang="en-US" altLang="zh-CN" dirty="0" smtClean="0"/>
              <a:t>》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3850" y="3886200"/>
            <a:ext cx="8820150" cy="1752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课程概述</a:t>
            </a: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2951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16832"/>
            <a:ext cx="8435975" cy="4753744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 smtClean="0"/>
              <a:t>建立</a:t>
            </a:r>
            <a:r>
              <a:rPr lang="zh-CN" altLang="en-US" sz="3200" dirty="0"/>
              <a:t>程序设计</a:t>
            </a:r>
            <a:r>
              <a:rPr lang="zh-CN" altLang="en-US" sz="3200" dirty="0" smtClean="0"/>
              <a:t>的“基本思维”</a:t>
            </a:r>
            <a:endParaRPr lang="en-US" altLang="zh-CN" sz="3200" dirty="0" smtClean="0"/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掌握程序设计</a:t>
            </a:r>
            <a:r>
              <a:rPr lang="zh-CN" altLang="en-US" sz="3200" dirty="0" smtClean="0"/>
              <a:t>的“基本做法”</a:t>
            </a:r>
            <a:endParaRPr lang="en-US" altLang="zh-CN" sz="3200" dirty="0">
              <a:cs typeface="+mn-cs"/>
            </a:endParaRPr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 smtClean="0"/>
              <a:t>“熟练运用”程序设计语言的“基本元素”</a:t>
            </a:r>
            <a:endParaRPr lang="en-US" altLang="zh-CN" sz="3200" dirty="0" smtClean="0"/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>
                <a:solidFill>
                  <a:srgbClr val="FFC000"/>
                </a:solidFill>
              </a:rPr>
              <a:t>误区</a:t>
            </a:r>
            <a:r>
              <a:rPr lang="zh-CN" altLang="en-US" sz="3200" dirty="0"/>
              <a:t>：上完这门课，什么程序都能写</a:t>
            </a:r>
            <a:r>
              <a:rPr lang="zh-CN" altLang="en-US" sz="3200" dirty="0" smtClean="0"/>
              <a:t>？</a:t>
            </a:r>
            <a:endParaRPr lang="en-US" altLang="zh-CN" sz="3200" dirty="0" smtClean="0"/>
          </a:p>
          <a:p>
            <a:pPr marL="742950" lvl="2" indent="-342900" eaLnBrk="1" hangingPunct="1">
              <a:lnSpc>
                <a:spcPct val="120000"/>
              </a:lnSpc>
              <a:buClr>
                <a:schemeClr val="hlink"/>
              </a:buClr>
              <a:defRPr/>
            </a:pPr>
            <a:r>
              <a:rPr lang="zh-CN" altLang="en-US" sz="2800" dirty="0" smtClean="0">
                <a:cs typeface="+mn-cs"/>
              </a:rPr>
              <a:t>要在后续专业课上逐步训练！</a:t>
            </a:r>
            <a:endParaRPr lang="en-US" altLang="zh-CN" sz="2800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0943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课程内容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32048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</a:t>
            </a:r>
            <a:r>
              <a:rPr lang="zh-CN" altLang="en-US" dirty="0"/>
              <a:t>的工作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冯诺依曼体系结构、硬件、软件、机内信息表示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程序设计概述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程序设计范式、程序设计步骤、程序设计语言、</a:t>
            </a:r>
            <a:r>
              <a:rPr lang="en-US" altLang="zh-CN" dirty="0"/>
              <a:t>C++</a:t>
            </a:r>
            <a:r>
              <a:rPr lang="zh-CN" altLang="en-US" dirty="0" smtClean="0"/>
              <a:t>语言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简单</a:t>
            </a:r>
            <a:r>
              <a:rPr lang="zh-CN" altLang="en-US" dirty="0"/>
              <a:t>数据的描述与</a:t>
            </a:r>
            <a:r>
              <a:rPr lang="zh-CN" altLang="en-US" dirty="0" smtClean="0"/>
              <a:t>处理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基本</a:t>
            </a:r>
            <a:r>
              <a:rPr lang="zh-CN" altLang="en-US" dirty="0"/>
              <a:t>数据类型、常量、变量、操作符、</a:t>
            </a:r>
            <a:r>
              <a:rPr lang="zh-CN" altLang="en-US" dirty="0" smtClean="0"/>
              <a:t>表达式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23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3264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程序流程控制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顺序、分支、循环以及结构化程序设计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问题求解的迭代法和穷举法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基于</a:t>
            </a:r>
            <a:r>
              <a:rPr lang="zh-CN" altLang="en-US" dirty="0"/>
              <a:t>功能分解与复合的过程式程序设计方法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过程抽象、子程序、参数传递、程序的多模块结构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分而治之的程序设计方法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递归函数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复杂数据的描述与处理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枚举、数组</a:t>
            </a:r>
            <a:r>
              <a:rPr lang="zh-CN" altLang="en-US" dirty="0"/>
              <a:t>、结构、联合</a:t>
            </a:r>
            <a:r>
              <a:rPr lang="zh-CN" altLang="en-US" dirty="0" smtClean="0"/>
              <a:t>、指针</a:t>
            </a:r>
            <a:r>
              <a:rPr lang="zh-CN" altLang="en-US" dirty="0" smtClean="0"/>
              <a:t>、动态变量、</a:t>
            </a:r>
            <a:r>
              <a:rPr lang="zh-CN" altLang="en-US" dirty="0" smtClean="0"/>
              <a:t>链表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面向对象程序设计概述（数据抽象、对象</a:t>
            </a:r>
            <a:r>
              <a:rPr lang="en-US" altLang="zh-CN" dirty="0"/>
              <a:t>/</a:t>
            </a:r>
            <a:r>
              <a:rPr lang="zh-CN" altLang="en-US" dirty="0"/>
              <a:t>类）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 smtClean="0"/>
              <a:t>输出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474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编程语言及开发环境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编程语言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en-US" altLang="zh-CN" dirty="0" smtClean="0"/>
              <a:t>C/C</a:t>
            </a:r>
            <a:r>
              <a:rPr lang="en-US" altLang="zh-CN" dirty="0"/>
              <a:t>++</a:t>
            </a:r>
            <a:r>
              <a:rPr lang="zh-CN" altLang="en-US" dirty="0"/>
              <a:t>语言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开发</a:t>
            </a:r>
            <a:r>
              <a:rPr lang="zh-CN" altLang="en-US" dirty="0"/>
              <a:t>和运行</a:t>
            </a:r>
            <a:r>
              <a:rPr lang="zh-CN" altLang="en-US" dirty="0" smtClean="0"/>
              <a:t>环境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en-US" altLang="zh-CN" dirty="0" smtClean="0"/>
              <a:t>VC++</a:t>
            </a:r>
            <a:r>
              <a:rPr lang="zh-CN" altLang="en-US" dirty="0" smtClean="0"/>
              <a:t>、</a:t>
            </a:r>
            <a:r>
              <a:rPr lang="en-US" altLang="zh-CN" dirty="0"/>
              <a:t>Dev-C</a:t>
            </a:r>
            <a:r>
              <a:rPr lang="en-US" altLang="zh-CN" dirty="0" smtClean="0"/>
              <a:t>++</a:t>
            </a:r>
            <a:r>
              <a:rPr lang="zh-CN" altLang="en-US" dirty="0" smtClean="0"/>
              <a:t>、</a:t>
            </a:r>
            <a:r>
              <a:rPr lang="en-US" altLang="zh-CN" dirty="0" smtClean="0"/>
              <a:t>......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 smtClean="0"/>
              <a:t>Windows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Unix</a:t>
            </a:r>
            <a:r>
              <a:rPr lang="zh-CN" altLang="en-US" dirty="0" smtClean="0"/>
              <a:t>、</a:t>
            </a:r>
            <a:r>
              <a:rPr lang="en-US" altLang="zh-CN" dirty="0" smtClean="0"/>
              <a:t>......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4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课程教学安排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22611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理论教学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基本原理和知识介绍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实践教学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动手能力训练，加强对理论知识的掌握与运用能力。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课程学习考察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22611"/>
            <a:ext cx="8435975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平时作业（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％）</a:t>
            </a:r>
          </a:p>
          <a:p>
            <a:pPr eaLnBrk="1" hangingPunct="1">
              <a:defRPr/>
            </a:pPr>
            <a:r>
              <a:rPr lang="zh-CN" altLang="en-US" dirty="0" smtClean="0"/>
              <a:t>大作业（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</a:p>
          <a:p>
            <a:pPr eaLnBrk="1" hangingPunct="1">
              <a:defRPr/>
            </a:pPr>
            <a:r>
              <a:rPr lang="zh-CN" altLang="en-US" dirty="0" smtClean="0"/>
              <a:t>上机测验（</a:t>
            </a:r>
            <a:r>
              <a:rPr lang="en-US" altLang="zh-CN" dirty="0" smtClean="0"/>
              <a:t>30</a:t>
            </a:r>
            <a:r>
              <a:rPr lang="zh-CN" altLang="en-US" dirty="0" smtClean="0"/>
              <a:t>％）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期</a:t>
            </a:r>
            <a:r>
              <a:rPr lang="zh-CN" altLang="en-US" dirty="0"/>
              <a:t>中</a:t>
            </a:r>
            <a:r>
              <a:rPr lang="zh-CN" altLang="en-US" dirty="0" smtClean="0"/>
              <a:t>笔试（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％）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期末</a:t>
            </a:r>
            <a:r>
              <a:rPr lang="zh-CN" altLang="en-US" dirty="0"/>
              <a:t>笔试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40</a:t>
            </a:r>
            <a:r>
              <a:rPr lang="zh-CN" altLang="en-US" dirty="0" smtClean="0"/>
              <a:t>％）</a:t>
            </a: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教材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2611"/>
            <a:ext cx="8229600" cy="2658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 smtClean="0"/>
              <a:t>陈家骏、郑滔，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程序设计教程－－用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语言编程</a:t>
            </a:r>
            <a:r>
              <a:rPr lang="en-US" altLang="zh-CN" dirty="0" smtClean="0"/>
              <a:t>》</a:t>
            </a:r>
            <a:r>
              <a:rPr lang="zh-CN" altLang="en-US" dirty="0" smtClean="0"/>
              <a:t>（第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版），机械工业出版社，</a:t>
            </a:r>
            <a:r>
              <a:rPr lang="en-US" altLang="zh-CN" dirty="0" smtClean="0"/>
              <a:t>2022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10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17840</TotalTime>
  <Words>265</Words>
  <Application>Microsoft Office PowerPoint</Application>
  <PresentationFormat>全屏显示(4:3)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宋体</vt:lpstr>
      <vt:lpstr>Arial</vt:lpstr>
      <vt:lpstr>Verdana</vt:lpstr>
      <vt:lpstr>Wingdings</vt:lpstr>
      <vt:lpstr>Globe</vt:lpstr>
      <vt:lpstr>《程序设计基础》</vt:lpstr>
      <vt:lpstr>课程目标</vt:lpstr>
      <vt:lpstr>课程内容</vt:lpstr>
      <vt:lpstr>PowerPoint 演示文稿</vt:lpstr>
      <vt:lpstr>编程语言及开发环境</vt:lpstr>
      <vt:lpstr>课程教学安排</vt:lpstr>
      <vt:lpstr>课程学习考察</vt:lpstr>
      <vt:lpstr>教材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《程序设计》课程教学</dc:title>
  <dc:creator>chenjiajun</dc:creator>
  <cp:lastModifiedBy>Chen Jiajun</cp:lastModifiedBy>
  <cp:revision>197</cp:revision>
  <dcterms:created xsi:type="dcterms:W3CDTF">2005-06-30T13:15:58Z</dcterms:created>
  <dcterms:modified xsi:type="dcterms:W3CDTF">2026-09-09T01:53:46Z</dcterms:modified>
</cp:coreProperties>
</file>