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5" r:id="rId1"/>
  </p:sldMasterIdLst>
  <p:notesMasterIdLst>
    <p:notesMasterId r:id="rId27"/>
  </p:notesMasterIdLst>
  <p:handoutMasterIdLst>
    <p:handoutMasterId r:id="rId28"/>
  </p:handoutMasterIdLst>
  <p:sldIdLst>
    <p:sldId id="296" r:id="rId2"/>
    <p:sldId id="295" r:id="rId3"/>
    <p:sldId id="344" r:id="rId4"/>
    <p:sldId id="299" r:id="rId5"/>
    <p:sldId id="268" r:id="rId6"/>
    <p:sldId id="348" r:id="rId7"/>
    <p:sldId id="269" r:id="rId8"/>
    <p:sldId id="297" r:id="rId9"/>
    <p:sldId id="271" r:id="rId10"/>
    <p:sldId id="318" r:id="rId11"/>
    <p:sldId id="319" r:id="rId12"/>
    <p:sldId id="373" r:id="rId13"/>
    <p:sldId id="272" r:id="rId14"/>
    <p:sldId id="273" r:id="rId15"/>
    <p:sldId id="355" r:id="rId16"/>
    <p:sldId id="275" r:id="rId17"/>
    <p:sldId id="316" r:id="rId18"/>
    <p:sldId id="276" r:id="rId19"/>
    <p:sldId id="354" r:id="rId20"/>
    <p:sldId id="375" r:id="rId21"/>
    <p:sldId id="337" r:id="rId22"/>
    <p:sldId id="374" r:id="rId23"/>
    <p:sldId id="349" r:id="rId24"/>
    <p:sldId id="278" r:id="rId25"/>
    <p:sldId id="372" r:id="rId26"/>
  </p:sldIdLst>
  <p:sldSz cx="9144000" cy="6858000" type="screen4x3"/>
  <p:notesSz cx="6858000" cy="9144000"/>
  <p:defaultTextStyle>
    <a:defPPr>
      <a:defRPr lang="zh-CN"/>
    </a:defPPr>
    <a:lvl1pPr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charset="-122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charset="-122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charset="-122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charset="-122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70" d="100"/>
          <a:sy n="70" d="100"/>
        </p:scale>
        <p:origin x="763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43" d="100"/>
          <a:sy n="43" d="100"/>
        </p:scale>
        <p:origin x="-792" y="-6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BC11A6BC-E67A-44EE-84FC-223B23A29AE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87687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52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6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2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2252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52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AFB669E7-BE37-4B96-B4DF-711B375E83D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720638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97371A00-80BD-440E-9ADE-0C4839A88013}" type="slidenum">
              <a:rPr lang="en-US" altLang="zh-CN" smtClean="0"/>
              <a:pPr algn="r" eaLnBrk="1" hangingPunct="1">
                <a:spcBef>
                  <a:spcPct val="0"/>
                </a:spcBef>
              </a:pPr>
              <a:t>1</a:t>
            </a:fld>
            <a:endParaRPr lang="en-US" altLang="zh-CN" smtClean="0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EA5302A5-FD5F-4444-8E93-A889191348CF}" type="slidenum">
              <a:rPr lang="en-US" altLang="zh-CN" smtClean="0"/>
              <a:pPr algn="r" eaLnBrk="1" hangingPunct="1">
                <a:spcBef>
                  <a:spcPct val="0"/>
                </a:spcBef>
              </a:pPr>
              <a:t>2</a:t>
            </a:fld>
            <a:endParaRPr lang="en-US" altLang="zh-CN" smtClean="0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A721021-8CBD-4DE7-97AF-D620A8277251}" type="slidenum">
              <a:rPr lang="en-US" altLang="zh-CN" smtClean="0"/>
              <a:pPr algn="r" eaLnBrk="1" hangingPunct="1">
                <a:spcBef>
                  <a:spcPct val="0"/>
                </a:spcBef>
              </a:pPr>
              <a:t>4</a:t>
            </a:fld>
            <a:endParaRPr lang="en-US" altLang="zh-CN" smtClean="0"/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D24ECE48-81CD-4697-B3D6-620919396B29}" type="slidenum">
              <a:rPr lang="en-US" altLang="zh-CN" smtClean="0"/>
              <a:pPr algn="r" eaLnBrk="1" hangingPunct="1">
                <a:spcBef>
                  <a:spcPct val="0"/>
                </a:spcBef>
              </a:pPr>
              <a:t>5</a:t>
            </a:fld>
            <a:endParaRPr lang="en-US" altLang="zh-CN" smtClean="0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D917C24F-1E6D-444C-9F82-30513E4A8B29}" type="slidenum">
              <a:rPr lang="en-US" altLang="zh-CN" smtClean="0"/>
              <a:pPr algn="r" eaLnBrk="1" hangingPunct="1">
                <a:spcBef>
                  <a:spcPct val="0"/>
                </a:spcBef>
              </a:pPr>
              <a:t>7</a:t>
            </a:fld>
            <a:endParaRPr lang="en-US" altLang="zh-CN" smtClean="0"/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9F3E5D45-3996-4352-ACBB-A2D3E7EB98A0}" type="slidenum">
              <a:rPr lang="en-US" altLang="zh-CN" smtClean="0"/>
              <a:pPr algn="r" eaLnBrk="1" hangingPunct="1">
                <a:spcBef>
                  <a:spcPct val="0"/>
                </a:spcBef>
              </a:pPr>
              <a:t>8</a:t>
            </a:fld>
            <a:endParaRPr lang="en-US" altLang="zh-CN" smtClean="0"/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AF0852B2-A95E-450F-B605-8DF6E642D33D}" type="slidenum">
              <a:rPr lang="en-US" altLang="zh-CN" smtClean="0"/>
              <a:pPr algn="r" eaLnBrk="1" hangingPunct="1">
                <a:spcBef>
                  <a:spcPct val="0"/>
                </a:spcBef>
              </a:pPr>
              <a:t>9</a:t>
            </a:fld>
            <a:endParaRPr lang="en-US" altLang="zh-CN" smtClean="0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BAACCFD2-4DF5-4C4F-A2CC-FD5DDCC7ECA6}" type="slidenum">
              <a:rPr lang="en-US" altLang="zh-CN" smtClean="0"/>
              <a:pPr algn="r" eaLnBrk="1" hangingPunct="1">
                <a:spcBef>
                  <a:spcPct val="0"/>
                </a:spcBef>
              </a:pPr>
              <a:t>10</a:t>
            </a:fld>
            <a:endParaRPr lang="en-US" altLang="zh-CN" smtClean="0"/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EC9B372-751F-4B41-BAD2-9FB7128621DB}" type="slidenum">
              <a:rPr lang="en-US" altLang="zh-CN" smtClean="0"/>
              <a:pPr algn="r" eaLnBrk="1" hangingPunct="1">
                <a:spcBef>
                  <a:spcPct val="0"/>
                </a:spcBef>
              </a:pPr>
              <a:t>11</a:t>
            </a:fld>
            <a:endParaRPr lang="en-US" altLang="zh-CN" smtClean="0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DFE10B67-5337-4223-B732-B8AB963DAD95}" type="slidenum">
              <a:rPr lang="en-US" altLang="zh-CN" smtClean="0"/>
              <a:pPr algn="r" eaLnBrk="1" hangingPunct="1">
                <a:spcBef>
                  <a:spcPct val="0"/>
                </a:spcBef>
              </a:pPr>
              <a:t>13</a:t>
            </a:fld>
            <a:endParaRPr lang="en-US" altLang="zh-CN" smtClean="0"/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9E530C5-0B99-4B78-99C1-686E30F2B912}" type="slidenum">
              <a:rPr lang="en-US" altLang="zh-CN" smtClean="0"/>
              <a:pPr algn="r" eaLnBrk="1" hangingPunct="1">
                <a:spcBef>
                  <a:spcPct val="0"/>
                </a:spcBef>
              </a:pPr>
              <a:t>14</a:t>
            </a:fld>
            <a:endParaRPr lang="en-US" altLang="zh-CN" smtClean="0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54BAA066-3A1A-4910-8C48-1291EE5A8DA8}" type="slidenum">
              <a:rPr lang="en-US" altLang="zh-CN" smtClean="0"/>
              <a:pPr algn="r" eaLnBrk="1" hangingPunct="1">
                <a:spcBef>
                  <a:spcPct val="0"/>
                </a:spcBef>
              </a:pPr>
              <a:t>16</a:t>
            </a:fld>
            <a:endParaRPr lang="en-US" altLang="zh-CN" smtClean="0"/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2D9606E-2954-4485-B57A-9075A98694CC}" type="slidenum">
              <a:rPr lang="en-US" altLang="zh-CN" smtClean="0"/>
              <a:pPr algn="r" eaLnBrk="1" hangingPunct="1">
                <a:spcBef>
                  <a:spcPct val="0"/>
                </a:spcBef>
              </a:pPr>
              <a:t>17</a:t>
            </a:fld>
            <a:endParaRPr lang="en-US" altLang="zh-CN" smtClean="0"/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BB3B0D6-43A7-4F13-9927-D50BFB0C7D35}" type="slidenum">
              <a:rPr lang="en-US" altLang="zh-CN" smtClean="0"/>
              <a:pPr algn="r" eaLnBrk="1" hangingPunct="1">
                <a:spcBef>
                  <a:spcPct val="0"/>
                </a:spcBef>
              </a:pPr>
              <a:t>18</a:t>
            </a:fld>
            <a:endParaRPr lang="en-US" altLang="zh-CN" smtClean="0"/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1993DF9-BF2B-483B-A0C3-38325238915E}" type="slidenum">
              <a:rPr lang="en-US" altLang="zh-CN" smtClean="0"/>
              <a:pPr algn="r" eaLnBrk="1" hangingPunct="1">
                <a:spcBef>
                  <a:spcPct val="0"/>
                </a:spcBef>
              </a:pPr>
              <a:t>24</a:t>
            </a:fld>
            <a:endParaRPr lang="en-US" altLang="zh-CN" smtClean="0"/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ea typeface="宋体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8763" cy="6851650"/>
            <a:chOff x="1" y="0"/>
            <a:chExt cx="5763" cy="4316"/>
          </a:xfrm>
        </p:grpSpPr>
        <p:sp>
          <p:nvSpPr>
            <p:cNvPr id="5" name="Freeform 3"/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>
                <a:gd name="T0" fmla="*/ 717 w 717"/>
                <a:gd name="T1" fmla="*/ 72 h 1690"/>
                <a:gd name="T2" fmla="*/ 717 w 717"/>
                <a:gd name="T3" fmla="*/ 0 h 1690"/>
                <a:gd name="T4" fmla="*/ 699 w 717"/>
                <a:gd name="T5" fmla="*/ 101 h 1690"/>
                <a:gd name="T6" fmla="*/ 675 w 717"/>
                <a:gd name="T7" fmla="*/ 209 h 1690"/>
                <a:gd name="T8" fmla="*/ 627 w 717"/>
                <a:gd name="T9" fmla="*/ 389 h 1690"/>
                <a:gd name="T10" fmla="*/ 574 w 717"/>
                <a:gd name="T11" fmla="*/ 569 h 1690"/>
                <a:gd name="T12" fmla="*/ 502 w 717"/>
                <a:gd name="T13" fmla="*/ 749 h 1690"/>
                <a:gd name="T14" fmla="*/ 424 w 717"/>
                <a:gd name="T15" fmla="*/ 935 h 1690"/>
                <a:gd name="T16" fmla="*/ 334 w 717"/>
                <a:gd name="T17" fmla="*/ 1121 h 1690"/>
                <a:gd name="T18" fmla="*/ 233 w 717"/>
                <a:gd name="T19" fmla="*/ 1312 h 1690"/>
                <a:gd name="T20" fmla="*/ 125 w 717"/>
                <a:gd name="T21" fmla="*/ 1498 h 1690"/>
                <a:gd name="T22" fmla="*/ 0 w 717"/>
                <a:gd name="T23" fmla="*/ 1690 h 1690"/>
                <a:gd name="T24" fmla="*/ 11 w 717"/>
                <a:gd name="T25" fmla="*/ 1690 h 1690"/>
                <a:gd name="T26" fmla="*/ 137 w 717"/>
                <a:gd name="T27" fmla="*/ 1498 h 1690"/>
                <a:gd name="T28" fmla="*/ 245 w 717"/>
                <a:gd name="T29" fmla="*/ 1312 h 1690"/>
                <a:gd name="T30" fmla="*/ 346 w 717"/>
                <a:gd name="T31" fmla="*/ 1121 h 1690"/>
                <a:gd name="T32" fmla="*/ 436 w 717"/>
                <a:gd name="T33" fmla="*/ 935 h 1690"/>
                <a:gd name="T34" fmla="*/ 514 w 717"/>
                <a:gd name="T35" fmla="*/ 749 h 1690"/>
                <a:gd name="T36" fmla="*/ 585 w 717"/>
                <a:gd name="T37" fmla="*/ 569 h 1690"/>
                <a:gd name="T38" fmla="*/ 639 w 717"/>
                <a:gd name="T39" fmla="*/ 389 h 1690"/>
                <a:gd name="T40" fmla="*/ 687 w 717"/>
                <a:gd name="T41" fmla="*/ 209 h 1690"/>
                <a:gd name="T42" fmla="*/ 705 w 717"/>
                <a:gd name="T43" fmla="*/ 143 h 1690"/>
                <a:gd name="T44" fmla="*/ 717 w 717"/>
                <a:gd name="T45" fmla="*/ 72 h 1690"/>
                <a:gd name="T46" fmla="*/ 717 w 717"/>
                <a:gd name="T47" fmla="*/ 72 h 1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/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6" name="Freeform 4"/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>
                <a:gd name="T0" fmla="*/ 377 w 377"/>
                <a:gd name="T1" fmla="*/ 0 h 522"/>
                <a:gd name="T2" fmla="*/ 293 w 377"/>
                <a:gd name="T3" fmla="*/ 132 h 522"/>
                <a:gd name="T4" fmla="*/ 204 w 377"/>
                <a:gd name="T5" fmla="*/ 264 h 522"/>
                <a:gd name="T6" fmla="*/ 102 w 377"/>
                <a:gd name="T7" fmla="*/ 396 h 522"/>
                <a:gd name="T8" fmla="*/ 0 w 377"/>
                <a:gd name="T9" fmla="*/ 522 h 522"/>
                <a:gd name="T10" fmla="*/ 12 w 377"/>
                <a:gd name="T11" fmla="*/ 522 h 522"/>
                <a:gd name="T12" fmla="*/ 114 w 377"/>
                <a:gd name="T13" fmla="*/ 402 h 522"/>
                <a:gd name="T14" fmla="*/ 204 w 377"/>
                <a:gd name="T15" fmla="*/ 282 h 522"/>
                <a:gd name="T16" fmla="*/ 377 w 377"/>
                <a:gd name="T17" fmla="*/ 24 h 522"/>
                <a:gd name="T18" fmla="*/ 377 w 377"/>
                <a:gd name="T19" fmla="*/ 0 h 522"/>
                <a:gd name="T20" fmla="*/ 377 w 377"/>
                <a:gd name="T21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/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>
                <a:gd name="T0" fmla="*/ 0 w 84"/>
                <a:gd name="T1" fmla="*/ 102 h 102"/>
                <a:gd name="T2" fmla="*/ 18 w 84"/>
                <a:gd name="T3" fmla="*/ 102 h 102"/>
                <a:gd name="T4" fmla="*/ 48 w 84"/>
                <a:gd name="T5" fmla="*/ 60 h 102"/>
                <a:gd name="T6" fmla="*/ 84 w 84"/>
                <a:gd name="T7" fmla="*/ 24 h 102"/>
                <a:gd name="T8" fmla="*/ 84 w 84"/>
                <a:gd name="T9" fmla="*/ 0 h 102"/>
                <a:gd name="T10" fmla="*/ 42 w 84"/>
                <a:gd name="T11" fmla="*/ 54 h 102"/>
                <a:gd name="T12" fmla="*/ 0 w 84"/>
                <a:gd name="T13" fmla="*/ 102 h 102"/>
                <a:gd name="T14" fmla="*/ 0 w 84"/>
                <a:gd name="T15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/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grpSp>
          <p:nvGrpSpPr>
            <p:cNvPr id="8" name="Group 6"/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28" name="Freeform 7"/>
              <p:cNvSpPr>
                <a:spLocks/>
              </p:cNvSpPr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>
                  <a:gd name="T0" fmla="*/ 0 w 72"/>
                  <a:gd name="T1" fmla="*/ 0 h 4316"/>
                  <a:gd name="T2" fmla="*/ 60 w 72"/>
                  <a:gd name="T3" fmla="*/ 4316 h 4316"/>
                  <a:gd name="T4" fmla="*/ 72 w 72"/>
                  <a:gd name="T5" fmla="*/ 4316 h 4316"/>
                  <a:gd name="T6" fmla="*/ 12 w 72"/>
                  <a:gd name="T7" fmla="*/ 0 h 4316"/>
                  <a:gd name="T8" fmla="*/ 0 w 72"/>
                  <a:gd name="T9" fmla="*/ 0 h 4316"/>
                  <a:gd name="T10" fmla="*/ 0 w 72"/>
                  <a:gd name="T1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29" name="Freeform 8"/>
              <p:cNvSpPr>
                <a:spLocks/>
              </p:cNvSpPr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>
                  <a:gd name="T0" fmla="*/ 24 w 174"/>
                  <a:gd name="T1" fmla="*/ 0 h 4316"/>
                  <a:gd name="T2" fmla="*/ 12 w 174"/>
                  <a:gd name="T3" fmla="*/ 0 h 4316"/>
                  <a:gd name="T4" fmla="*/ 42 w 174"/>
                  <a:gd name="T5" fmla="*/ 216 h 4316"/>
                  <a:gd name="T6" fmla="*/ 72 w 174"/>
                  <a:gd name="T7" fmla="*/ 444 h 4316"/>
                  <a:gd name="T8" fmla="*/ 96 w 174"/>
                  <a:gd name="T9" fmla="*/ 689 h 4316"/>
                  <a:gd name="T10" fmla="*/ 120 w 174"/>
                  <a:gd name="T11" fmla="*/ 947 h 4316"/>
                  <a:gd name="T12" fmla="*/ 132 w 174"/>
                  <a:gd name="T13" fmla="*/ 1211 h 4316"/>
                  <a:gd name="T14" fmla="*/ 150 w 174"/>
                  <a:gd name="T15" fmla="*/ 1487 h 4316"/>
                  <a:gd name="T16" fmla="*/ 156 w 174"/>
                  <a:gd name="T17" fmla="*/ 1768 h 4316"/>
                  <a:gd name="T18" fmla="*/ 162 w 174"/>
                  <a:gd name="T19" fmla="*/ 2062 h 4316"/>
                  <a:gd name="T20" fmla="*/ 156 w 174"/>
                  <a:gd name="T21" fmla="*/ 2644 h 4316"/>
                  <a:gd name="T22" fmla="*/ 126 w 174"/>
                  <a:gd name="T23" fmla="*/ 3225 h 4316"/>
                  <a:gd name="T24" fmla="*/ 108 w 174"/>
                  <a:gd name="T25" fmla="*/ 3507 h 4316"/>
                  <a:gd name="T26" fmla="*/ 78 w 174"/>
                  <a:gd name="T27" fmla="*/ 3788 h 4316"/>
                  <a:gd name="T28" fmla="*/ 42 w 174"/>
                  <a:gd name="T29" fmla="*/ 4058 h 4316"/>
                  <a:gd name="T30" fmla="*/ 0 w 174"/>
                  <a:gd name="T31" fmla="*/ 4316 h 4316"/>
                  <a:gd name="T32" fmla="*/ 12 w 174"/>
                  <a:gd name="T33" fmla="*/ 4316 h 4316"/>
                  <a:gd name="T34" fmla="*/ 54 w 174"/>
                  <a:gd name="T35" fmla="*/ 4058 h 4316"/>
                  <a:gd name="T36" fmla="*/ 90 w 174"/>
                  <a:gd name="T37" fmla="*/ 3782 h 4316"/>
                  <a:gd name="T38" fmla="*/ 120 w 174"/>
                  <a:gd name="T39" fmla="*/ 3507 h 4316"/>
                  <a:gd name="T40" fmla="*/ 138 w 174"/>
                  <a:gd name="T41" fmla="*/ 3219 h 4316"/>
                  <a:gd name="T42" fmla="*/ 168 w 174"/>
                  <a:gd name="T43" fmla="*/ 2638 h 4316"/>
                  <a:gd name="T44" fmla="*/ 174 w 174"/>
                  <a:gd name="T45" fmla="*/ 2056 h 4316"/>
                  <a:gd name="T46" fmla="*/ 168 w 174"/>
                  <a:gd name="T47" fmla="*/ 1768 h 4316"/>
                  <a:gd name="T48" fmla="*/ 162 w 174"/>
                  <a:gd name="T49" fmla="*/ 1487 h 4316"/>
                  <a:gd name="T50" fmla="*/ 144 w 174"/>
                  <a:gd name="T51" fmla="*/ 1211 h 4316"/>
                  <a:gd name="T52" fmla="*/ 132 w 174"/>
                  <a:gd name="T53" fmla="*/ 941 h 4316"/>
                  <a:gd name="T54" fmla="*/ 108 w 174"/>
                  <a:gd name="T55" fmla="*/ 689 h 4316"/>
                  <a:gd name="T56" fmla="*/ 84 w 174"/>
                  <a:gd name="T57" fmla="*/ 444 h 4316"/>
                  <a:gd name="T58" fmla="*/ 54 w 174"/>
                  <a:gd name="T59" fmla="*/ 216 h 4316"/>
                  <a:gd name="T60" fmla="*/ 24 w 174"/>
                  <a:gd name="T61" fmla="*/ 0 h 4316"/>
                  <a:gd name="T62" fmla="*/ 24 w 174"/>
                  <a:gd name="T63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30" name="Freeform 9"/>
              <p:cNvSpPr>
                <a:spLocks/>
              </p:cNvSpPr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>
                  <a:gd name="T0" fmla="*/ 329 w 335"/>
                  <a:gd name="T1" fmla="*/ 2014 h 4316"/>
                  <a:gd name="T2" fmla="*/ 317 w 335"/>
                  <a:gd name="T3" fmla="*/ 1726 h 4316"/>
                  <a:gd name="T4" fmla="*/ 293 w 335"/>
                  <a:gd name="T5" fmla="*/ 1445 h 4316"/>
                  <a:gd name="T6" fmla="*/ 263 w 335"/>
                  <a:gd name="T7" fmla="*/ 1175 h 4316"/>
                  <a:gd name="T8" fmla="*/ 228 w 335"/>
                  <a:gd name="T9" fmla="*/ 917 h 4316"/>
                  <a:gd name="T10" fmla="*/ 186 w 335"/>
                  <a:gd name="T11" fmla="*/ 665 h 4316"/>
                  <a:gd name="T12" fmla="*/ 132 w 335"/>
                  <a:gd name="T13" fmla="*/ 432 h 4316"/>
                  <a:gd name="T14" fmla="*/ 78 w 335"/>
                  <a:gd name="T15" fmla="*/ 204 h 4316"/>
                  <a:gd name="T16" fmla="*/ 12 w 335"/>
                  <a:gd name="T17" fmla="*/ 0 h 4316"/>
                  <a:gd name="T18" fmla="*/ 0 w 335"/>
                  <a:gd name="T19" fmla="*/ 0 h 4316"/>
                  <a:gd name="T20" fmla="*/ 66 w 335"/>
                  <a:gd name="T21" fmla="*/ 204 h 4316"/>
                  <a:gd name="T22" fmla="*/ 120 w 335"/>
                  <a:gd name="T23" fmla="*/ 432 h 4316"/>
                  <a:gd name="T24" fmla="*/ 174 w 335"/>
                  <a:gd name="T25" fmla="*/ 665 h 4316"/>
                  <a:gd name="T26" fmla="*/ 216 w 335"/>
                  <a:gd name="T27" fmla="*/ 917 h 4316"/>
                  <a:gd name="T28" fmla="*/ 251 w 335"/>
                  <a:gd name="T29" fmla="*/ 1175 h 4316"/>
                  <a:gd name="T30" fmla="*/ 281 w 335"/>
                  <a:gd name="T31" fmla="*/ 1445 h 4316"/>
                  <a:gd name="T32" fmla="*/ 305 w 335"/>
                  <a:gd name="T33" fmla="*/ 1726 h 4316"/>
                  <a:gd name="T34" fmla="*/ 317 w 335"/>
                  <a:gd name="T35" fmla="*/ 2014 h 4316"/>
                  <a:gd name="T36" fmla="*/ 323 w 335"/>
                  <a:gd name="T37" fmla="*/ 2314 h 4316"/>
                  <a:gd name="T38" fmla="*/ 317 w 335"/>
                  <a:gd name="T39" fmla="*/ 2608 h 4316"/>
                  <a:gd name="T40" fmla="*/ 305 w 335"/>
                  <a:gd name="T41" fmla="*/ 2907 h 4316"/>
                  <a:gd name="T42" fmla="*/ 281 w 335"/>
                  <a:gd name="T43" fmla="*/ 3201 h 4316"/>
                  <a:gd name="T44" fmla="*/ 257 w 335"/>
                  <a:gd name="T45" fmla="*/ 3489 h 4316"/>
                  <a:gd name="T46" fmla="*/ 216 w 335"/>
                  <a:gd name="T47" fmla="*/ 3777 h 4316"/>
                  <a:gd name="T48" fmla="*/ 174 w 335"/>
                  <a:gd name="T49" fmla="*/ 4052 h 4316"/>
                  <a:gd name="T50" fmla="*/ 120 w 335"/>
                  <a:gd name="T51" fmla="*/ 4316 h 4316"/>
                  <a:gd name="T52" fmla="*/ 132 w 335"/>
                  <a:gd name="T53" fmla="*/ 4316 h 4316"/>
                  <a:gd name="T54" fmla="*/ 186 w 335"/>
                  <a:gd name="T55" fmla="*/ 4052 h 4316"/>
                  <a:gd name="T56" fmla="*/ 228 w 335"/>
                  <a:gd name="T57" fmla="*/ 3777 h 4316"/>
                  <a:gd name="T58" fmla="*/ 269 w 335"/>
                  <a:gd name="T59" fmla="*/ 3489 h 4316"/>
                  <a:gd name="T60" fmla="*/ 293 w 335"/>
                  <a:gd name="T61" fmla="*/ 3201 h 4316"/>
                  <a:gd name="T62" fmla="*/ 317 w 335"/>
                  <a:gd name="T63" fmla="*/ 2907 h 4316"/>
                  <a:gd name="T64" fmla="*/ 329 w 335"/>
                  <a:gd name="T65" fmla="*/ 2608 h 4316"/>
                  <a:gd name="T66" fmla="*/ 335 w 335"/>
                  <a:gd name="T67" fmla="*/ 2314 h 4316"/>
                  <a:gd name="T68" fmla="*/ 329 w 335"/>
                  <a:gd name="T69" fmla="*/ 2014 h 4316"/>
                  <a:gd name="T70" fmla="*/ 329 w 335"/>
                  <a:gd name="T71" fmla="*/ 201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31" name="Freeform 10"/>
              <p:cNvSpPr>
                <a:spLocks/>
              </p:cNvSpPr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>
                  <a:gd name="T0" fmla="*/ 413 w 425"/>
                  <a:gd name="T1" fmla="*/ 1924 h 4316"/>
                  <a:gd name="T2" fmla="*/ 395 w 425"/>
                  <a:gd name="T3" fmla="*/ 1690 h 4316"/>
                  <a:gd name="T4" fmla="*/ 365 w 425"/>
                  <a:gd name="T5" fmla="*/ 1457 h 4316"/>
                  <a:gd name="T6" fmla="*/ 329 w 425"/>
                  <a:gd name="T7" fmla="*/ 1229 h 4316"/>
                  <a:gd name="T8" fmla="*/ 281 w 425"/>
                  <a:gd name="T9" fmla="*/ 1001 h 4316"/>
                  <a:gd name="T10" fmla="*/ 227 w 425"/>
                  <a:gd name="T11" fmla="*/ 761 h 4316"/>
                  <a:gd name="T12" fmla="*/ 162 w 425"/>
                  <a:gd name="T13" fmla="*/ 522 h 4316"/>
                  <a:gd name="T14" fmla="*/ 90 w 425"/>
                  <a:gd name="T15" fmla="*/ 270 h 4316"/>
                  <a:gd name="T16" fmla="*/ 12 w 425"/>
                  <a:gd name="T17" fmla="*/ 0 h 4316"/>
                  <a:gd name="T18" fmla="*/ 0 w 425"/>
                  <a:gd name="T19" fmla="*/ 0 h 4316"/>
                  <a:gd name="T20" fmla="*/ 84 w 425"/>
                  <a:gd name="T21" fmla="*/ 270 h 4316"/>
                  <a:gd name="T22" fmla="*/ 156 w 425"/>
                  <a:gd name="T23" fmla="*/ 522 h 4316"/>
                  <a:gd name="T24" fmla="*/ 216 w 425"/>
                  <a:gd name="T25" fmla="*/ 767 h 4316"/>
                  <a:gd name="T26" fmla="*/ 275 w 425"/>
                  <a:gd name="T27" fmla="*/ 1001 h 4316"/>
                  <a:gd name="T28" fmla="*/ 317 w 425"/>
                  <a:gd name="T29" fmla="*/ 1235 h 4316"/>
                  <a:gd name="T30" fmla="*/ 353 w 425"/>
                  <a:gd name="T31" fmla="*/ 1463 h 4316"/>
                  <a:gd name="T32" fmla="*/ 383 w 425"/>
                  <a:gd name="T33" fmla="*/ 1690 h 4316"/>
                  <a:gd name="T34" fmla="*/ 401 w 425"/>
                  <a:gd name="T35" fmla="*/ 1924 h 4316"/>
                  <a:gd name="T36" fmla="*/ 413 w 425"/>
                  <a:gd name="T37" fmla="*/ 2188 h 4316"/>
                  <a:gd name="T38" fmla="*/ 407 w 425"/>
                  <a:gd name="T39" fmla="*/ 2458 h 4316"/>
                  <a:gd name="T40" fmla="*/ 395 w 425"/>
                  <a:gd name="T41" fmla="*/ 2733 h 4316"/>
                  <a:gd name="T42" fmla="*/ 365 w 425"/>
                  <a:gd name="T43" fmla="*/ 3021 h 4316"/>
                  <a:gd name="T44" fmla="*/ 329 w 425"/>
                  <a:gd name="T45" fmla="*/ 3321 h 4316"/>
                  <a:gd name="T46" fmla="*/ 275 w 425"/>
                  <a:gd name="T47" fmla="*/ 3639 h 4316"/>
                  <a:gd name="T48" fmla="*/ 204 w 425"/>
                  <a:gd name="T49" fmla="*/ 3968 h 4316"/>
                  <a:gd name="T50" fmla="*/ 126 w 425"/>
                  <a:gd name="T51" fmla="*/ 4316 h 4316"/>
                  <a:gd name="T52" fmla="*/ 138 w 425"/>
                  <a:gd name="T53" fmla="*/ 4316 h 4316"/>
                  <a:gd name="T54" fmla="*/ 216 w 425"/>
                  <a:gd name="T55" fmla="*/ 3968 h 4316"/>
                  <a:gd name="T56" fmla="*/ 287 w 425"/>
                  <a:gd name="T57" fmla="*/ 3639 h 4316"/>
                  <a:gd name="T58" fmla="*/ 341 w 425"/>
                  <a:gd name="T59" fmla="*/ 3321 h 4316"/>
                  <a:gd name="T60" fmla="*/ 377 w 425"/>
                  <a:gd name="T61" fmla="*/ 3021 h 4316"/>
                  <a:gd name="T62" fmla="*/ 407 w 425"/>
                  <a:gd name="T63" fmla="*/ 2733 h 4316"/>
                  <a:gd name="T64" fmla="*/ 419 w 425"/>
                  <a:gd name="T65" fmla="*/ 2458 h 4316"/>
                  <a:gd name="T66" fmla="*/ 425 w 425"/>
                  <a:gd name="T67" fmla="*/ 2188 h 4316"/>
                  <a:gd name="T68" fmla="*/ 413 w 425"/>
                  <a:gd name="T69" fmla="*/ 1924 h 4316"/>
                  <a:gd name="T70" fmla="*/ 413 w 425"/>
                  <a:gd name="T71" fmla="*/ 192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32" name="Freeform 11"/>
              <p:cNvSpPr>
                <a:spLocks/>
              </p:cNvSpPr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>
                  <a:gd name="T0" fmla="*/ 556 w 556"/>
                  <a:gd name="T1" fmla="*/ 2020 h 4316"/>
                  <a:gd name="T2" fmla="*/ 538 w 556"/>
                  <a:gd name="T3" fmla="*/ 1732 h 4316"/>
                  <a:gd name="T4" fmla="*/ 503 w 556"/>
                  <a:gd name="T5" fmla="*/ 1445 h 4316"/>
                  <a:gd name="T6" fmla="*/ 455 w 556"/>
                  <a:gd name="T7" fmla="*/ 1175 h 4316"/>
                  <a:gd name="T8" fmla="*/ 395 w 556"/>
                  <a:gd name="T9" fmla="*/ 911 h 4316"/>
                  <a:gd name="T10" fmla="*/ 317 w 556"/>
                  <a:gd name="T11" fmla="*/ 659 h 4316"/>
                  <a:gd name="T12" fmla="*/ 228 w 556"/>
                  <a:gd name="T13" fmla="*/ 426 h 4316"/>
                  <a:gd name="T14" fmla="*/ 126 w 556"/>
                  <a:gd name="T15" fmla="*/ 204 h 4316"/>
                  <a:gd name="T16" fmla="*/ 12 w 556"/>
                  <a:gd name="T17" fmla="*/ 0 h 4316"/>
                  <a:gd name="T18" fmla="*/ 0 w 556"/>
                  <a:gd name="T19" fmla="*/ 0 h 4316"/>
                  <a:gd name="T20" fmla="*/ 114 w 556"/>
                  <a:gd name="T21" fmla="*/ 204 h 4316"/>
                  <a:gd name="T22" fmla="*/ 216 w 556"/>
                  <a:gd name="T23" fmla="*/ 426 h 4316"/>
                  <a:gd name="T24" fmla="*/ 305 w 556"/>
                  <a:gd name="T25" fmla="*/ 659 h 4316"/>
                  <a:gd name="T26" fmla="*/ 383 w 556"/>
                  <a:gd name="T27" fmla="*/ 911 h 4316"/>
                  <a:gd name="T28" fmla="*/ 443 w 556"/>
                  <a:gd name="T29" fmla="*/ 1175 h 4316"/>
                  <a:gd name="T30" fmla="*/ 491 w 556"/>
                  <a:gd name="T31" fmla="*/ 1445 h 4316"/>
                  <a:gd name="T32" fmla="*/ 526 w 556"/>
                  <a:gd name="T33" fmla="*/ 1732 h 4316"/>
                  <a:gd name="T34" fmla="*/ 544 w 556"/>
                  <a:gd name="T35" fmla="*/ 2020 h 4316"/>
                  <a:gd name="T36" fmla="*/ 544 w 556"/>
                  <a:gd name="T37" fmla="*/ 2326 h 4316"/>
                  <a:gd name="T38" fmla="*/ 532 w 556"/>
                  <a:gd name="T39" fmla="*/ 2632 h 4316"/>
                  <a:gd name="T40" fmla="*/ 503 w 556"/>
                  <a:gd name="T41" fmla="*/ 2931 h 4316"/>
                  <a:gd name="T42" fmla="*/ 455 w 556"/>
                  <a:gd name="T43" fmla="*/ 3225 h 4316"/>
                  <a:gd name="T44" fmla="*/ 389 w 556"/>
                  <a:gd name="T45" fmla="*/ 3513 h 4316"/>
                  <a:gd name="T46" fmla="*/ 311 w 556"/>
                  <a:gd name="T47" fmla="*/ 3788 h 4316"/>
                  <a:gd name="T48" fmla="*/ 216 w 556"/>
                  <a:gd name="T49" fmla="*/ 4058 h 4316"/>
                  <a:gd name="T50" fmla="*/ 102 w 556"/>
                  <a:gd name="T51" fmla="*/ 4316 h 4316"/>
                  <a:gd name="T52" fmla="*/ 114 w 556"/>
                  <a:gd name="T53" fmla="*/ 4316 h 4316"/>
                  <a:gd name="T54" fmla="*/ 228 w 556"/>
                  <a:gd name="T55" fmla="*/ 4058 h 4316"/>
                  <a:gd name="T56" fmla="*/ 323 w 556"/>
                  <a:gd name="T57" fmla="*/ 3788 h 4316"/>
                  <a:gd name="T58" fmla="*/ 401 w 556"/>
                  <a:gd name="T59" fmla="*/ 3513 h 4316"/>
                  <a:gd name="T60" fmla="*/ 467 w 556"/>
                  <a:gd name="T61" fmla="*/ 3225 h 4316"/>
                  <a:gd name="T62" fmla="*/ 515 w 556"/>
                  <a:gd name="T63" fmla="*/ 2931 h 4316"/>
                  <a:gd name="T64" fmla="*/ 544 w 556"/>
                  <a:gd name="T65" fmla="*/ 2632 h 4316"/>
                  <a:gd name="T66" fmla="*/ 556 w 556"/>
                  <a:gd name="T67" fmla="*/ 2326 h 4316"/>
                  <a:gd name="T68" fmla="*/ 556 w 556"/>
                  <a:gd name="T69" fmla="*/ 2020 h 4316"/>
                  <a:gd name="T70" fmla="*/ 556 w 556"/>
                  <a:gd name="T71" fmla="*/ 202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33" name="Freeform 12"/>
              <p:cNvSpPr>
                <a:spLocks/>
              </p:cNvSpPr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>
                  <a:gd name="T0" fmla="*/ 688 w 688"/>
                  <a:gd name="T1" fmla="*/ 2086 h 4316"/>
                  <a:gd name="T2" fmla="*/ 670 w 688"/>
                  <a:gd name="T3" fmla="*/ 1810 h 4316"/>
                  <a:gd name="T4" fmla="*/ 634 w 688"/>
                  <a:gd name="T5" fmla="*/ 1541 h 4316"/>
                  <a:gd name="T6" fmla="*/ 574 w 688"/>
                  <a:gd name="T7" fmla="*/ 1271 h 4316"/>
                  <a:gd name="T8" fmla="*/ 497 w 688"/>
                  <a:gd name="T9" fmla="*/ 1007 h 4316"/>
                  <a:gd name="T10" fmla="*/ 401 w 688"/>
                  <a:gd name="T11" fmla="*/ 749 h 4316"/>
                  <a:gd name="T12" fmla="*/ 293 w 688"/>
                  <a:gd name="T13" fmla="*/ 492 h 4316"/>
                  <a:gd name="T14" fmla="*/ 162 w 688"/>
                  <a:gd name="T15" fmla="*/ 240 h 4316"/>
                  <a:gd name="T16" fmla="*/ 12 w 688"/>
                  <a:gd name="T17" fmla="*/ 0 h 4316"/>
                  <a:gd name="T18" fmla="*/ 0 w 688"/>
                  <a:gd name="T19" fmla="*/ 0 h 4316"/>
                  <a:gd name="T20" fmla="*/ 150 w 688"/>
                  <a:gd name="T21" fmla="*/ 240 h 4316"/>
                  <a:gd name="T22" fmla="*/ 281 w 688"/>
                  <a:gd name="T23" fmla="*/ 492 h 4316"/>
                  <a:gd name="T24" fmla="*/ 389 w 688"/>
                  <a:gd name="T25" fmla="*/ 749 h 4316"/>
                  <a:gd name="T26" fmla="*/ 485 w 688"/>
                  <a:gd name="T27" fmla="*/ 1007 h 4316"/>
                  <a:gd name="T28" fmla="*/ 562 w 688"/>
                  <a:gd name="T29" fmla="*/ 1271 h 4316"/>
                  <a:gd name="T30" fmla="*/ 622 w 688"/>
                  <a:gd name="T31" fmla="*/ 1541 h 4316"/>
                  <a:gd name="T32" fmla="*/ 658 w 688"/>
                  <a:gd name="T33" fmla="*/ 1810 h 4316"/>
                  <a:gd name="T34" fmla="*/ 676 w 688"/>
                  <a:gd name="T35" fmla="*/ 2086 h 4316"/>
                  <a:gd name="T36" fmla="*/ 676 w 688"/>
                  <a:gd name="T37" fmla="*/ 2368 h 4316"/>
                  <a:gd name="T38" fmla="*/ 658 w 688"/>
                  <a:gd name="T39" fmla="*/ 2650 h 4316"/>
                  <a:gd name="T40" fmla="*/ 616 w 688"/>
                  <a:gd name="T41" fmla="*/ 2931 h 4316"/>
                  <a:gd name="T42" fmla="*/ 556 w 688"/>
                  <a:gd name="T43" fmla="*/ 3213 h 4316"/>
                  <a:gd name="T44" fmla="*/ 473 w 688"/>
                  <a:gd name="T45" fmla="*/ 3495 h 4316"/>
                  <a:gd name="T46" fmla="*/ 371 w 688"/>
                  <a:gd name="T47" fmla="*/ 3777 h 4316"/>
                  <a:gd name="T48" fmla="*/ 251 w 688"/>
                  <a:gd name="T49" fmla="*/ 4046 h 4316"/>
                  <a:gd name="T50" fmla="*/ 114 w 688"/>
                  <a:gd name="T51" fmla="*/ 4316 h 4316"/>
                  <a:gd name="T52" fmla="*/ 126 w 688"/>
                  <a:gd name="T53" fmla="*/ 4316 h 4316"/>
                  <a:gd name="T54" fmla="*/ 263 w 688"/>
                  <a:gd name="T55" fmla="*/ 4046 h 4316"/>
                  <a:gd name="T56" fmla="*/ 383 w 688"/>
                  <a:gd name="T57" fmla="*/ 3777 h 4316"/>
                  <a:gd name="T58" fmla="*/ 485 w 688"/>
                  <a:gd name="T59" fmla="*/ 3495 h 4316"/>
                  <a:gd name="T60" fmla="*/ 568 w 688"/>
                  <a:gd name="T61" fmla="*/ 3219 h 4316"/>
                  <a:gd name="T62" fmla="*/ 628 w 688"/>
                  <a:gd name="T63" fmla="*/ 2937 h 4316"/>
                  <a:gd name="T64" fmla="*/ 670 w 688"/>
                  <a:gd name="T65" fmla="*/ 2656 h 4316"/>
                  <a:gd name="T66" fmla="*/ 688 w 688"/>
                  <a:gd name="T67" fmla="*/ 2368 h 4316"/>
                  <a:gd name="T68" fmla="*/ 688 w 688"/>
                  <a:gd name="T69" fmla="*/ 2086 h 4316"/>
                  <a:gd name="T70" fmla="*/ 688 w 688"/>
                  <a:gd name="T71" fmla="*/ 208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34" name="Freeform 13"/>
              <p:cNvSpPr>
                <a:spLocks/>
              </p:cNvSpPr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>
                  <a:gd name="T0" fmla="*/ 855 w 861"/>
                  <a:gd name="T1" fmla="*/ 2128 h 4316"/>
                  <a:gd name="T2" fmla="*/ 831 w 861"/>
                  <a:gd name="T3" fmla="*/ 1834 h 4316"/>
                  <a:gd name="T4" fmla="*/ 808 w 861"/>
                  <a:gd name="T5" fmla="*/ 1684 h 4316"/>
                  <a:gd name="T6" fmla="*/ 784 w 861"/>
                  <a:gd name="T7" fmla="*/ 1541 h 4316"/>
                  <a:gd name="T8" fmla="*/ 748 w 861"/>
                  <a:gd name="T9" fmla="*/ 1397 h 4316"/>
                  <a:gd name="T10" fmla="*/ 712 w 861"/>
                  <a:gd name="T11" fmla="*/ 1253 h 4316"/>
                  <a:gd name="T12" fmla="*/ 664 w 861"/>
                  <a:gd name="T13" fmla="*/ 1115 h 4316"/>
                  <a:gd name="T14" fmla="*/ 610 w 861"/>
                  <a:gd name="T15" fmla="*/ 977 h 4316"/>
                  <a:gd name="T16" fmla="*/ 491 w 861"/>
                  <a:gd name="T17" fmla="*/ 719 h 4316"/>
                  <a:gd name="T18" fmla="*/ 353 w 861"/>
                  <a:gd name="T19" fmla="*/ 468 h 4316"/>
                  <a:gd name="T20" fmla="*/ 192 w 861"/>
                  <a:gd name="T21" fmla="*/ 228 h 4316"/>
                  <a:gd name="T22" fmla="*/ 12 w 861"/>
                  <a:gd name="T23" fmla="*/ 0 h 4316"/>
                  <a:gd name="T24" fmla="*/ 0 w 861"/>
                  <a:gd name="T25" fmla="*/ 0 h 4316"/>
                  <a:gd name="T26" fmla="*/ 180 w 861"/>
                  <a:gd name="T27" fmla="*/ 228 h 4316"/>
                  <a:gd name="T28" fmla="*/ 341 w 861"/>
                  <a:gd name="T29" fmla="*/ 468 h 4316"/>
                  <a:gd name="T30" fmla="*/ 479 w 861"/>
                  <a:gd name="T31" fmla="*/ 719 h 4316"/>
                  <a:gd name="T32" fmla="*/ 598 w 861"/>
                  <a:gd name="T33" fmla="*/ 983 h 4316"/>
                  <a:gd name="T34" fmla="*/ 652 w 861"/>
                  <a:gd name="T35" fmla="*/ 1121 h 4316"/>
                  <a:gd name="T36" fmla="*/ 700 w 861"/>
                  <a:gd name="T37" fmla="*/ 1259 h 4316"/>
                  <a:gd name="T38" fmla="*/ 736 w 861"/>
                  <a:gd name="T39" fmla="*/ 1403 h 4316"/>
                  <a:gd name="T40" fmla="*/ 772 w 861"/>
                  <a:gd name="T41" fmla="*/ 1547 h 4316"/>
                  <a:gd name="T42" fmla="*/ 802 w 861"/>
                  <a:gd name="T43" fmla="*/ 1690 h 4316"/>
                  <a:gd name="T44" fmla="*/ 819 w 861"/>
                  <a:gd name="T45" fmla="*/ 1834 h 4316"/>
                  <a:gd name="T46" fmla="*/ 837 w 861"/>
                  <a:gd name="T47" fmla="*/ 1984 h 4316"/>
                  <a:gd name="T48" fmla="*/ 843 w 861"/>
                  <a:gd name="T49" fmla="*/ 2128 h 4316"/>
                  <a:gd name="T50" fmla="*/ 849 w 861"/>
                  <a:gd name="T51" fmla="*/ 2278 h 4316"/>
                  <a:gd name="T52" fmla="*/ 843 w 861"/>
                  <a:gd name="T53" fmla="*/ 2428 h 4316"/>
                  <a:gd name="T54" fmla="*/ 831 w 861"/>
                  <a:gd name="T55" fmla="*/ 2572 h 4316"/>
                  <a:gd name="T56" fmla="*/ 819 w 861"/>
                  <a:gd name="T57" fmla="*/ 2721 h 4316"/>
                  <a:gd name="T58" fmla="*/ 796 w 861"/>
                  <a:gd name="T59" fmla="*/ 2865 h 4316"/>
                  <a:gd name="T60" fmla="*/ 766 w 861"/>
                  <a:gd name="T61" fmla="*/ 3015 h 4316"/>
                  <a:gd name="T62" fmla="*/ 724 w 861"/>
                  <a:gd name="T63" fmla="*/ 3159 h 4316"/>
                  <a:gd name="T64" fmla="*/ 682 w 861"/>
                  <a:gd name="T65" fmla="*/ 3303 h 4316"/>
                  <a:gd name="T66" fmla="*/ 586 w 861"/>
                  <a:gd name="T67" fmla="*/ 3567 h 4316"/>
                  <a:gd name="T68" fmla="*/ 473 w 861"/>
                  <a:gd name="T69" fmla="*/ 3824 h 4316"/>
                  <a:gd name="T70" fmla="*/ 335 w 861"/>
                  <a:gd name="T71" fmla="*/ 4076 h 4316"/>
                  <a:gd name="T72" fmla="*/ 180 w 861"/>
                  <a:gd name="T73" fmla="*/ 4316 h 4316"/>
                  <a:gd name="T74" fmla="*/ 192 w 861"/>
                  <a:gd name="T75" fmla="*/ 4316 h 4316"/>
                  <a:gd name="T76" fmla="*/ 347 w 861"/>
                  <a:gd name="T77" fmla="*/ 4076 h 4316"/>
                  <a:gd name="T78" fmla="*/ 485 w 861"/>
                  <a:gd name="T79" fmla="*/ 3824 h 4316"/>
                  <a:gd name="T80" fmla="*/ 598 w 861"/>
                  <a:gd name="T81" fmla="*/ 3573 h 4316"/>
                  <a:gd name="T82" fmla="*/ 694 w 861"/>
                  <a:gd name="T83" fmla="*/ 3309 h 4316"/>
                  <a:gd name="T84" fmla="*/ 736 w 861"/>
                  <a:gd name="T85" fmla="*/ 3165 h 4316"/>
                  <a:gd name="T86" fmla="*/ 778 w 861"/>
                  <a:gd name="T87" fmla="*/ 3021 h 4316"/>
                  <a:gd name="T88" fmla="*/ 808 w 861"/>
                  <a:gd name="T89" fmla="*/ 2871 h 4316"/>
                  <a:gd name="T90" fmla="*/ 831 w 861"/>
                  <a:gd name="T91" fmla="*/ 2727 h 4316"/>
                  <a:gd name="T92" fmla="*/ 843 w 861"/>
                  <a:gd name="T93" fmla="*/ 2578 h 4316"/>
                  <a:gd name="T94" fmla="*/ 855 w 861"/>
                  <a:gd name="T95" fmla="*/ 2428 h 4316"/>
                  <a:gd name="T96" fmla="*/ 861 w 861"/>
                  <a:gd name="T97" fmla="*/ 2278 h 4316"/>
                  <a:gd name="T98" fmla="*/ 855 w 861"/>
                  <a:gd name="T99" fmla="*/ 2128 h 4316"/>
                  <a:gd name="T100" fmla="*/ 855 w 861"/>
                  <a:gd name="T101" fmla="*/ 212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35" name="Freeform 14"/>
              <p:cNvSpPr>
                <a:spLocks/>
              </p:cNvSpPr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>
                  <a:gd name="T0" fmla="*/ 18 w 149"/>
                  <a:gd name="T1" fmla="*/ 1942 h 4316"/>
                  <a:gd name="T2" fmla="*/ 30 w 149"/>
                  <a:gd name="T3" fmla="*/ 1630 h 4316"/>
                  <a:gd name="T4" fmla="*/ 42 w 149"/>
                  <a:gd name="T5" fmla="*/ 1331 h 4316"/>
                  <a:gd name="T6" fmla="*/ 59 w 149"/>
                  <a:gd name="T7" fmla="*/ 1055 h 4316"/>
                  <a:gd name="T8" fmla="*/ 77 w 149"/>
                  <a:gd name="T9" fmla="*/ 791 h 4316"/>
                  <a:gd name="T10" fmla="*/ 83 w 149"/>
                  <a:gd name="T11" fmla="*/ 671 h 4316"/>
                  <a:gd name="T12" fmla="*/ 95 w 149"/>
                  <a:gd name="T13" fmla="*/ 557 h 4316"/>
                  <a:gd name="T14" fmla="*/ 107 w 149"/>
                  <a:gd name="T15" fmla="*/ 444 h 4316"/>
                  <a:gd name="T16" fmla="*/ 113 w 149"/>
                  <a:gd name="T17" fmla="*/ 342 h 4316"/>
                  <a:gd name="T18" fmla="*/ 125 w 149"/>
                  <a:gd name="T19" fmla="*/ 246 h 4316"/>
                  <a:gd name="T20" fmla="*/ 131 w 149"/>
                  <a:gd name="T21" fmla="*/ 156 h 4316"/>
                  <a:gd name="T22" fmla="*/ 143 w 149"/>
                  <a:gd name="T23" fmla="*/ 72 h 4316"/>
                  <a:gd name="T24" fmla="*/ 149 w 149"/>
                  <a:gd name="T25" fmla="*/ 0 h 4316"/>
                  <a:gd name="T26" fmla="*/ 137 w 149"/>
                  <a:gd name="T27" fmla="*/ 0 h 4316"/>
                  <a:gd name="T28" fmla="*/ 131 w 149"/>
                  <a:gd name="T29" fmla="*/ 72 h 4316"/>
                  <a:gd name="T30" fmla="*/ 119 w 149"/>
                  <a:gd name="T31" fmla="*/ 156 h 4316"/>
                  <a:gd name="T32" fmla="*/ 113 w 149"/>
                  <a:gd name="T33" fmla="*/ 246 h 4316"/>
                  <a:gd name="T34" fmla="*/ 101 w 149"/>
                  <a:gd name="T35" fmla="*/ 342 h 4316"/>
                  <a:gd name="T36" fmla="*/ 95 w 149"/>
                  <a:gd name="T37" fmla="*/ 444 h 4316"/>
                  <a:gd name="T38" fmla="*/ 83 w 149"/>
                  <a:gd name="T39" fmla="*/ 557 h 4316"/>
                  <a:gd name="T40" fmla="*/ 71 w 149"/>
                  <a:gd name="T41" fmla="*/ 671 h 4316"/>
                  <a:gd name="T42" fmla="*/ 65 w 149"/>
                  <a:gd name="T43" fmla="*/ 791 h 4316"/>
                  <a:gd name="T44" fmla="*/ 48 w 149"/>
                  <a:gd name="T45" fmla="*/ 1055 h 4316"/>
                  <a:gd name="T46" fmla="*/ 30 w 149"/>
                  <a:gd name="T47" fmla="*/ 1331 h 4316"/>
                  <a:gd name="T48" fmla="*/ 18 w 149"/>
                  <a:gd name="T49" fmla="*/ 1630 h 4316"/>
                  <a:gd name="T50" fmla="*/ 6 w 149"/>
                  <a:gd name="T51" fmla="*/ 1942 h 4316"/>
                  <a:gd name="T52" fmla="*/ 0 w 149"/>
                  <a:gd name="T53" fmla="*/ 2278 h 4316"/>
                  <a:gd name="T54" fmla="*/ 6 w 149"/>
                  <a:gd name="T55" fmla="*/ 2602 h 4316"/>
                  <a:gd name="T56" fmla="*/ 12 w 149"/>
                  <a:gd name="T57" fmla="*/ 2919 h 4316"/>
                  <a:gd name="T58" fmla="*/ 24 w 149"/>
                  <a:gd name="T59" fmla="*/ 3219 h 4316"/>
                  <a:gd name="T60" fmla="*/ 36 w 149"/>
                  <a:gd name="T61" fmla="*/ 3513 h 4316"/>
                  <a:gd name="T62" fmla="*/ 59 w 149"/>
                  <a:gd name="T63" fmla="*/ 3794 h 4316"/>
                  <a:gd name="T64" fmla="*/ 89 w 149"/>
                  <a:gd name="T65" fmla="*/ 4058 h 4316"/>
                  <a:gd name="T66" fmla="*/ 125 w 149"/>
                  <a:gd name="T67" fmla="*/ 4316 h 4316"/>
                  <a:gd name="T68" fmla="*/ 137 w 149"/>
                  <a:gd name="T69" fmla="*/ 4316 h 4316"/>
                  <a:gd name="T70" fmla="*/ 101 w 149"/>
                  <a:gd name="T71" fmla="*/ 4058 h 4316"/>
                  <a:gd name="T72" fmla="*/ 71 w 149"/>
                  <a:gd name="T73" fmla="*/ 3794 h 4316"/>
                  <a:gd name="T74" fmla="*/ 48 w 149"/>
                  <a:gd name="T75" fmla="*/ 3513 h 4316"/>
                  <a:gd name="T76" fmla="*/ 36 w 149"/>
                  <a:gd name="T77" fmla="*/ 3225 h 4316"/>
                  <a:gd name="T78" fmla="*/ 24 w 149"/>
                  <a:gd name="T79" fmla="*/ 2919 h 4316"/>
                  <a:gd name="T80" fmla="*/ 18 w 149"/>
                  <a:gd name="T81" fmla="*/ 2608 h 4316"/>
                  <a:gd name="T82" fmla="*/ 12 w 149"/>
                  <a:gd name="T83" fmla="*/ 2278 h 4316"/>
                  <a:gd name="T84" fmla="*/ 18 w 149"/>
                  <a:gd name="T85" fmla="*/ 1942 h 4316"/>
                  <a:gd name="T86" fmla="*/ 18 w 149"/>
                  <a:gd name="T87" fmla="*/ 194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36" name="Freeform 15"/>
              <p:cNvSpPr>
                <a:spLocks/>
              </p:cNvSpPr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>
                  <a:gd name="T0" fmla="*/ 18 w 299"/>
                  <a:gd name="T1" fmla="*/ 2062 h 4316"/>
                  <a:gd name="T2" fmla="*/ 30 w 299"/>
                  <a:gd name="T3" fmla="*/ 1750 h 4316"/>
                  <a:gd name="T4" fmla="*/ 54 w 299"/>
                  <a:gd name="T5" fmla="*/ 1451 h 4316"/>
                  <a:gd name="T6" fmla="*/ 84 w 299"/>
                  <a:gd name="T7" fmla="*/ 1169 h 4316"/>
                  <a:gd name="T8" fmla="*/ 126 w 299"/>
                  <a:gd name="T9" fmla="*/ 899 h 4316"/>
                  <a:gd name="T10" fmla="*/ 162 w 299"/>
                  <a:gd name="T11" fmla="*/ 641 h 4316"/>
                  <a:gd name="T12" fmla="*/ 209 w 299"/>
                  <a:gd name="T13" fmla="*/ 408 h 4316"/>
                  <a:gd name="T14" fmla="*/ 251 w 299"/>
                  <a:gd name="T15" fmla="*/ 192 h 4316"/>
                  <a:gd name="T16" fmla="*/ 299 w 299"/>
                  <a:gd name="T17" fmla="*/ 0 h 4316"/>
                  <a:gd name="T18" fmla="*/ 287 w 299"/>
                  <a:gd name="T19" fmla="*/ 0 h 4316"/>
                  <a:gd name="T20" fmla="*/ 239 w 299"/>
                  <a:gd name="T21" fmla="*/ 192 h 4316"/>
                  <a:gd name="T22" fmla="*/ 198 w 299"/>
                  <a:gd name="T23" fmla="*/ 408 h 4316"/>
                  <a:gd name="T24" fmla="*/ 156 w 299"/>
                  <a:gd name="T25" fmla="*/ 641 h 4316"/>
                  <a:gd name="T26" fmla="*/ 114 w 299"/>
                  <a:gd name="T27" fmla="*/ 899 h 4316"/>
                  <a:gd name="T28" fmla="*/ 78 w 299"/>
                  <a:gd name="T29" fmla="*/ 1169 h 4316"/>
                  <a:gd name="T30" fmla="*/ 48 w 299"/>
                  <a:gd name="T31" fmla="*/ 1451 h 4316"/>
                  <a:gd name="T32" fmla="*/ 24 w 299"/>
                  <a:gd name="T33" fmla="*/ 1750 h 4316"/>
                  <a:gd name="T34" fmla="*/ 6 w 299"/>
                  <a:gd name="T35" fmla="*/ 2062 h 4316"/>
                  <a:gd name="T36" fmla="*/ 0 w 299"/>
                  <a:gd name="T37" fmla="*/ 2374 h 4316"/>
                  <a:gd name="T38" fmla="*/ 12 w 299"/>
                  <a:gd name="T39" fmla="*/ 2674 h 4316"/>
                  <a:gd name="T40" fmla="*/ 30 w 299"/>
                  <a:gd name="T41" fmla="*/ 2973 h 4316"/>
                  <a:gd name="T42" fmla="*/ 54 w 299"/>
                  <a:gd name="T43" fmla="*/ 3255 h 4316"/>
                  <a:gd name="T44" fmla="*/ 96 w 299"/>
                  <a:gd name="T45" fmla="*/ 3537 h 4316"/>
                  <a:gd name="T46" fmla="*/ 144 w 299"/>
                  <a:gd name="T47" fmla="*/ 3806 h 4316"/>
                  <a:gd name="T48" fmla="*/ 203 w 299"/>
                  <a:gd name="T49" fmla="*/ 4064 h 4316"/>
                  <a:gd name="T50" fmla="*/ 275 w 299"/>
                  <a:gd name="T51" fmla="*/ 4316 h 4316"/>
                  <a:gd name="T52" fmla="*/ 287 w 299"/>
                  <a:gd name="T53" fmla="*/ 4316 h 4316"/>
                  <a:gd name="T54" fmla="*/ 215 w 299"/>
                  <a:gd name="T55" fmla="*/ 4064 h 4316"/>
                  <a:gd name="T56" fmla="*/ 156 w 299"/>
                  <a:gd name="T57" fmla="*/ 3806 h 4316"/>
                  <a:gd name="T58" fmla="*/ 108 w 299"/>
                  <a:gd name="T59" fmla="*/ 3537 h 4316"/>
                  <a:gd name="T60" fmla="*/ 66 w 299"/>
                  <a:gd name="T61" fmla="*/ 3261 h 4316"/>
                  <a:gd name="T62" fmla="*/ 42 w 299"/>
                  <a:gd name="T63" fmla="*/ 2973 h 4316"/>
                  <a:gd name="T64" fmla="*/ 24 w 299"/>
                  <a:gd name="T65" fmla="*/ 2680 h 4316"/>
                  <a:gd name="T66" fmla="*/ 12 w 299"/>
                  <a:gd name="T67" fmla="*/ 2374 h 4316"/>
                  <a:gd name="T68" fmla="*/ 18 w 299"/>
                  <a:gd name="T69" fmla="*/ 2062 h 4316"/>
                  <a:gd name="T70" fmla="*/ 18 w 299"/>
                  <a:gd name="T71" fmla="*/ 206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37" name="Freeform 16"/>
              <p:cNvSpPr>
                <a:spLocks/>
              </p:cNvSpPr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>
                  <a:gd name="T0" fmla="*/ 424 w 424"/>
                  <a:gd name="T1" fmla="*/ 0 h 4316"/>
                  <a:gd name="T2" fmla="*/ 412 w 424"/>
                  <a:gd name="T3" fmla="*/ 0 h 4316"/>
                  <a:gd name="T4" fmla="*/ 316 w 424"/>
                  <a:gd name="T5" fmla="*/ 222 h 4316"/>
                  <a:gd name="T6" fmla="*/ 239 w 424"/>
                  <a:gd name="T7" fmla="*/ 462 h 4316"/>
                  <a:gd name="T8" fmla="*/ 167 w 424"/>
                  <a:gd name="T9" fmla="*/ 707 h 4316"/>
                  <a:gd name="T10" fmla="*/ 107 w 424"/>
                  <a:gd name="T11" fmla="*/ 971 h 4316"/>
                  <a:gd name="T12" fmla="*/ 65 w 424"/>
                  <a:gd name="T13" fmla="*/ 1247 h 4316"/>
                  <a:gd name="T14" fmla="*/ 29 w 424"/>
                  <a:gd name="T15" fmla="*/ 1529 h 4316"/>
                  <a:gd name="T16" fmla="*/ 6 w 424"/>
                  <a:gd name="T17" fmla="*/ 1822 h 4316"/>
                  <a:gd name="T18" fmla="*/ 0 w 424"/>
                  <a:gd name="T19" fmla="*/ 2122 h 4316"/>
                  <a:gd name="T20" fmla="*/ 6 w 424"/>
                  <a:gd name="T21" fmla="*/ 2404 h 4316"/>
                  <a:gd name="T22" fmla="*/ 24 w 424"/>
                  <a:gd name="T23" fmla="*/ 2686 h 4316"/>
                  <a:gd name="T24" fmla="*/ 47 w 424"/>
                  <a:gd name="T25" fmla="*/ 2961 h 4316"/>
                  <a:gd name="T26" fmla="*/ 89 w 424"/>
                  <a:gd name="T27" fmla="*/ 3243 h 4316"/>
                  <a:gd name="T28" fmla="*/ 137 w 424"/>
                  <a:gd name="T29" fmla="*/ 3519 h 4316"/>
                  <a:gd name="T30" fmla="*/ 197 w 424"/>
                  <a:gd name="T31" fmla="*/ 3788 h 4316"/>
                  <a:gd name="T32" fmla="*/ 269 w 424"/>
                  <a:gd name="T33" fmla="*/ 4058 h 4316"/>
                  <a:gd name="T34" fmla="*/ 346 w 424"/>
                  <a:gd name="T35" fmla="*/ 4316 h 4316"/>
                  <a:gd name="T36" fmla="*/ 358 w 424"/>
                  <a:gd name="T37" fmla="*/ 4316 h 4316"/>
                  <a:gd name="T38" fmla="*/ 281 w 424"/>
                  <a:gd name="T39" fmla="*/ 4058 h 4316"/>
                  <a:gd name="T40" fmla="*/ 209 w 424"/>
                  <a:gd name="T41" fmla="*/ 3788 h 4316"/>
                  <a:gd name="T42" fmla="*/ 149 w 424"/>
                  <a:gd name="T43" fmla="*/ 3519 h 4316"/>
                  <a:gd name="T44" fmla="*/ 101 w 424"/>
                  <a:gd name="T45" fmla="*/ 3243 h 4316"/>
                  <a:gd name="T46" fmla="*/ 59 w 424"/>
                  <a:gd name="T47" fmla="*/ 2961 h 4316"/>
                  <a:gd name="T48" fmla="*/ 35 w 424"/>
                  <a:gd name="T49" fmla="*/ 2686 h 4316"/>
                  <a:gd name="T50" fmla="*/ 18 w 424"/>
                  <a:gd name="T51" fmla="*/ 2404 h 4316"/>
                  <a:gd name="T52" fmla="*/ 12 w 424"/>
                  <a:gd name="T53" fmla="*/ 2122 h 4316"/>
                  <a:gd name="T54" fmla="*/ 18 w 424"/>
                  <a:gd name="T55" fmla="*/ 1822 h 4316"/>
                  <a:gd name="T56" fmla="*/ 41 w 424"/>
                  <a:gd name="T57" fmla="*/ 1529 h 4316"/>
                  <a:gd name="T58" fmla="*/ 71 w 424"/>
                  <a:gd name="T59" fmla="*/ 1247 h 4316"/>
                  <a:gd name="T60" fmla="*/ 119 w 424"/>
                  <a:gd name="T61" fmla="*/ 971 h 4316"/>
                  <a:gd name="T62" fmla="*/ 179 w 424"/>
                  <a:gd name="T63" fmla="*/ 707 h 4316"/>
                  <a:gd name="T64" fmla="*/ 245 w 424"/>
                  <a:gd name="T65" fmla="*/ 462 h 4316"/>
                  <a:gd name="T66" fmla="*/ 328 w 424"/>
                  <a:gd name="T67" fmla="*/ 222 h 4316"/>
                  <a:gd name="T68" fmla="*/ 424 w 424"/>
                  <a:gd name="T69" fmla="*/ 0 h 4316"/>
                  <a:gd name="T70" fmla="*/ 424 w 424"/>
                  <a:gd name="T7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38" name="Freeform 17"/>
              <p:cNvSpPr>
                <a:spLocks/>
              </p:cNvSpPr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>
                  <a:gd name="T0" fmla="*/ 12 w 574"/>
                  <a:gd name="T1" fmla="*/ 2146 h 4316"/>
                  <a:gd name="T2" fmla="*/ 24 w 574"/>
                  <a:gd name="T3" fmla="*/ 1846 h 4316"/>
                  <a:gd name="T4" fmla="*/ 54 w 574"/>
                  <a:gd name="T5" fmla="*/ 1559 h 4316"/>
                  <a:gd name="T6" fmla="*/ 96 w 574"/>
                  <a:gd name="T7" fmla="*/ 1277 h 4316"/>
                  <a:gd name="T8" fmla="*/ 162 w 574"/>
                  <a:gd name="T9" fmla="*/ 1001 h 4316"/>
                  <a:gd name="T10" fmla="*/ 239 w 574"/>
                  <a:gd name="T11" fmla="*/ 731 h 4316"/>
                  <a:gd name="T12" fmla="*/ 335 w 574"/>
                  <a:gd name="T13" fmla="*/ 480 h 4316"/>
                  <a:gd name="T14" fmla="*/ 449 w 574"/>
                  <a:gd name="T15" fmla="*/ 234 h 4316"/>
                  <a:gd name="T16" fmla="*/ 574 w 574"/>
                  <a:gd name="T17" fmla="*/ 0 h 4316"/>
                  <a:gd name="T18" fmla="*/ 562 w 574"/>
                  <a:gd name="T19" fmla="*/ 0 h 4316"/>
                  <a:gd name="T20" fmla="*/ 437 w 574"/>
                  <a:gd name="T21" fmla="*/ 234 h 4316"/>
                  <a:gd name="T22" fmla="*/ 323 w 574"/>
                  <a:gd name="T23" fmla="*/ 480 h 4316"/>
                  <a:gd name="T24" fmla="*/ 227 w 574"/>
                  <a:gd name="T25" fmla="*/ 737 h 4316"/>
                  <a:gd name="T26" fmla="*/ 150 w 574"/>
                  <a:gd name="T27" fmla="*/ 1001 h 4316"/>
                  <a:gd name="T28" fmla="*/ 84 w 574"/>
                  <a:gd name="T29" fmla="*/ 1277 h 4316"/>
                  <a:gd name="T30" fmla="*/ 42 w 574"/>
                  <a:gd name="T31" fmla="*/ 1559 h 4316"/>
                  <a:gd name="T32" fmla="*/ 12 w 574"/>
                  <a:gd name="T33" fmla="*/ 1852 h 4316"/>
                  <a:gd name="T34" fmla="*/ 0 w 574"/>
                  <a:gd name="T35" fmla="*/ 2146 h 4316"/>
                  <a:gd name="T36" fmla="*/ 6 w 574"/>
                  <a:gd name="T37" fmla="*/ 2434 h 4316"/>
                  <a:gd name="T38" fmla="*/ 30 w 574"/>
                  <a:gd name="T39" fmla="*/ 2715 h 4316"/>
                  <a:gd name="T40" fmla="*/ 66 w 574"/>
                  <a:gd name="T41" fmla="*/ 2997 h 4316"/>
                  <a:gd name="T42" fmla="*/ 120 w 574"/>
                  <a:gd name="T43" fmla="*/ 3273 h 4316"/>
                  <a:gd name="T44" fmla="*/ 191 w 574"/>
                  <a:gd name="T45" fmla="*/ 3549 h 4316"/>
                  <a:gd name="T46" fmla="*/ 275 w 574"/>
                  <a:gd name="T47" fmla="*/ 3812 h 4316"/>
                  <a:gd name="T48" fmla="*/ 371 w 574"/>
                  <a:gd name="T49" fmla="*/ 4070 h 4316"/>
                  <a:gd name="T50" fmla="*/ 484 w 574"/>
                  <a:gd name="T51" fmla="*/ 4316 h 4316"/>
                  <a:gd name="T52" fmla="*/ 496 w 574"/>
                  <a:gd name="T53" fmla="*/ 4316 h 4316"/>
                  <a:gd name="T54" fmla="*/ 383 w 574"/>
                  <a:gd name="T55" fmla="*/ 4070 h 4316"/>
                  <a:gd name="T56" fmla="*/ 287 w 574"/>
                  <a:gd name="T57" fmla="*/ 3812 h 4316"/>
                  <a:gd name="T58" fmla="*/ 203 w 574"/>
                  <a:gd name="T59" fmla="*/ 3549 h 4316"/>
                  <a:gd name="T60" fmla="*/ 132 w 574"/>
                  <a:gd name="T61" fmla="*/ 3273 h 4316"/>
                  <a:gd name="T62" fmla="*/ 78 w 574"/>
                  <a:gd name="T63" fmla="*/ 2997 h 4316"/>
                  <a:gd name="T64" fmla="*/ 42 w 574"/>
                  <a:gd name="T65" fmla="*/ 2715 h 4316"/>
                  <a:gd name="T66" fmla="*/ 18 w 574"/>
                  <a:gd name="T67" fmla="*/ 2434 h 4316"/>
                  <a:gd name="T68" fmla="*/ 12 w 574"/>
                  <a:gd name="T69" fmla="*/ 2146 h 4316"/>
                  <a:gd name="T70" fmla="*/ 12 w 574"/>
                  <a:gd name="T71" fmla="*/ 214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39" name="Freeform 18"/>
              <p:cNvSpPr>
                <a:spLocks/>
              </p:cNvSpPr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>
                  <a:gd name="T0" fmla="*/ 12 w 735"/>
                  <a:gd name="T1" fmla="*/ 2098 h 4316"/>
                  <a:gd name="T2" fmla="*/ 29 w 735"/>
                  <a:gd name="T3" fmla="*/ 1798 h 4316"/>
                  <a:gd name="T4" fmla="*/ 71 w 735"/>
                  <a:gd name="T5" fmla="*/ 1505 h 4316"/>
                  <a:gd name="T6" fmla="*/ 131 w 735"/>
                  <a:gd name="T7" fmla="*/ 1223 h 4316"/>
                  <a:gd name="T8" fmla="*/ 215 w 735"/>
                  <a:gd name="T9" fmla="*/ 941 h 4316"/>
                  <a:gd name="T10" fmla="*/ 316 w 735"/>
                  <a:gd name="T11" fmla="*/ 689 h 4316"/>
                  <a:gd name="T12" fmla="*/ 442 w 735"/>
                  <a:gd name="T13" fmla="*/ 444 h 4316"/>
                  <a:gd name="T14" fmla="*/ 580 w 735"/>
                  <a:gd name="T15" fmla="*/ 216 h 4316"/>
                  <a:gd name="T16" fmla="*/ 735 w 735"/>
                  <a:gd name="T17" fmla="*/ 0 h 4316"/>
                  <a:gd name="T18" fmla="*/ 723 w 735"/>
                  <a:gd name="T19" fmla="*/ 0 h 4316"/>
                  <a:gd name="T20" fmla="*/ 568 w 735"/>
                  <a:gd name="T21" fmla="*/ 210 h 4316"/>
                  <a:gd name="T22" fmla="*/ 430 w 735"/>
                  <a:gd name="T23" fmla="*/ 438 h 4316"/>
                  <a:gd name="T24" fmla="*/ 311 w 735"/>
                  <a:gd name="T25" fmla="*/ 683 h 4316"/>
                  <a:gd name="T26" fmla="*/ 209 w 735"/>
                  <a:gd name="T27" fmla="*/ 941 h 4316"/>
                  <a:gd name="T28" fmla="*/ 125 w 735"/>
                  <a:gd name="T29" fmla="*/ 1217 h 4316"/>
                  <a:gd name="T30" fmla="*/ 59 w 735"/>
                  <a:gd name="T31" fmla="*/ 1505 h 4316"/>
                  <a:gd name="T32" fmla="*/ 18 w 735"/>
                  <a:gd name="T33" fmla="*/ 1798 h 4316"/>
                  <a:gd name="T34" fmla="*/ 0 w 735"/>
                  <a:gd name="T35" fmla="*/ 2098 h 4316"/>
                  <a:gd name="T36" fmla="*/ 6 w 735"/>
                  <a:gd name="T37" fmla="*/ 2404 h 4316"/>
                  <a:gd name="T38" fmla="*/ 29 w 735"/>
                  <a:gd name="T39" fmla="*/ 2709 h 4316"/>
                  <a:gd name="T40" fmla="*/ 77 w 735"/>
                  <a:gd name="T41" fmla="*/ 3015 h 4316"/>
                  <a:gd name="T42" fmla="*/ 149 w 735"/>
                  <a:gd name="T43" fmla="*/ 3315 h 4316"/>
                  <a:gd name="T44" fmla="*/ 227 w 735"/>
                  <a:gd name="T45" fmla="*/ 3573 h 4316"/>
                  <a:gd name="T46" fmla="*/ 316 w 735"/>
                  <a:gd name="T47" fmla="*/ 3824 h 4316"/>
                  <a:gd name="T48" fmla="*/ 424 w 735"/>
                  <a:gd name="T49" fmla="*/ 4076 h 4316"/>
                  <a:gd name="T50" fmla="*/ 544 w 735"/>
                  <a:gd name="T51" fmla="*/ 4316 h 4316"/>
                  <a:gd name="T52" fmla="*/ 556 w 735"/>
                  <a:gd name="T53" fmla="*/ 4316 h 4316"/>
                  <a:gd name="T54" fmla="*/ 436 w 735"/>
                  <a:gd name="T55" fmla="*/ 4076 h 4316"/>
                  <a:gd name="T56" fmla="*/ 328 w 735"/>
                  <a:gd name="T57" fmla="*/ 3824 h 4316"/>
                  <a:gd name="T58" fmla="*/ 239 w 735"/>
                  <a:gd name="T59" fmla="*/ 3573 h 4316"/>
                  <a:gd name="T60" fmla="*/ 161 w 735"/>
                  <a:gd name="T61" fmla="*/ 3315 h 4316"/>
                  <a:gd name="T62" fmla="*/ 89 w 735"/>
                  <a:gd name="T63" fmla="*/ 3015 h 4316"/>
                  <a:gd name="T64" fmla="*/ 41 w 735"/>
                  <a:gd name="T65" fmla="*/ 2709 h 4316"/>
                  <a:gd name="T66" fmla="*/ 18 w 735"/>
                  <a:gd name="T67" fmla="*/ 2404 h 4316"/>
                  <a:gd name="T68" fmla="*/ 12 w 735"/>
                  <a:gd name="T69" fmla="*/ 2098 h 4316"/>
                  <a:gd name="T70" fmla="*/ 12 w 735"/>
                  <a:gd name="T71" fmla="*/ 209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40" name="Freeform 19"/>
              <p:cNvSpPr>
                <a:spLocks/>
              </p:cNvSpPr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>
                  <a:gd name="T0" fmla="*/ 18 w 837"/>
                  <a:gd name="T1" fmla="*/ 1948 h 4316"/>
                  <a:gd name="T2" fmla="*/ 48 w 837"/>
                  <a:gd name="T3" fmla="*/ 1708 h 4316"/>
                  <a:gd name="T4" fmla="*/ 96 w 837"/>
                  <a:gd name="T5" fmla="*/ 1475 h 4316"/>
                  <a:gd name="T6" fmla="*/ 161 w 837"/>
                  <a:gd name="T7" fmla="*/ 1235 h 4316"/>
                  <a:gd name="T8" fmla="*/ 251 w 837"/>
                  <a:gd name="T9" fmla="*/ 995 h 4316"/>
                  <a:gd name="T10" fmla="*/ 365 w 837"/>
                  <a:gd name="T11" fmla="*/ 755 h 4316"/>
                  <a:gd name="T12" fmla="*/ 496 w 837"/>
                  <a:gd name="T13" fmla="*/ 510 h 4316"/>
                  <a:gd name="T14" fmla="*/ 658 w 837"/>
                  <a:gd name="T15" fmla="*/ 258 h 4316"/>
                  <a:gd name="T16" fmla="*/ 741 w 837"/>
                  <a:gd name="T17" fmla="*/ 132 h 4316"/>
                  <a:gd name="T18" fmla="*/ 837 w 837"/>
                  <a:gd name="T19" fmla="*/ 0 h 4316"/>
                  <a:gd name="T20" fmla="*/ 825 w 837"/>
                  <a:gd name="T21" fmla="*/ 0 h 4316"/>
                  <a:gd name="T22" fmla="*/ 729 w 837"/>
                  <a:gd name="T23" fmla="*/ 132 h 4316"/>
                  <a:gd name="T24" fmla="*/ 640 w 837"/>
                  <a:gd name="T25" fmla="*/ 258 h 4316"/>
                  <a:gd name="T26" fmla="*/ 562 w 837"/>
                  <a:gd name="T27" fmla="*/ 384 h 4316"/>
                  <a:gd name="T28" fmla="*/ 484 w 837"/>
                  <a:gd name="T29" fmla="*/ 510 h 4316"/>
                  <a:gd name="T30" fmla="*/ 353 w 837"/>
                  <a:gd name="T31" fmla="*/ 755 h 4316"/>
                  <a:gd name="T32" fmla="*/ 239 w 837"/>
                  <a:gd name="T33" fmla="*/ 995 h 4316"/>
                  <a:gd name="T34" fmla="*/ 150 w 837"/>
                  <a:gd name="T35" fmla="*/ 1235 h 4316"/>
                  <a:gd name="T36" fmla="*/ 84 w 837"/>
                  <a:gd name="T37" fmla="*/ 1469 h 4316"/>
                  <a:gd name="T38" fmla="*/ 36 w 837"/>
                  <a:gd name="T39" fmla="*/ 1702 h 4316"/>
                  <a:gd name="T40" fmla="*/ 6 w 837"/>
                  <a:gd name="T41" fmla="*/ 1942 h 4316"/>
                  <a:gd name="T42" fmla="*/ 0 w 837"/>
                  <a:gd name="T43" fmla="*/ 2200 h 4316"/>
                  <a:gd name="T44" fmla="*/ 12 w 837"/>
                  <a:gd name="T45" fmla="*/ 2470 h 4316"/>
                  <a:gd name="T46" fmla="*/ 48 w 837"/>
                  <a:gd name="T47" fmla="*/ 2739 h 4316"/>
                  <a:gd name="T48" fmla="*/ 114 w 837"/>
                  <a:gd name="T49" fmla="*/ 3027 h 4316"/>
                  <a:gd name="T50" fmla="*/ 150 w 837"/>
                  <a:gd name="T51" fmla="*/ 3171 h 4316"/>
                  <a:gd name="T52" fmla="*/ 197 w 837"/>
                  <a:gd name="T53" fmla="*/ 3321 h 4316"/>
                  <a:gd name="T54" fmla="*/ 245 w 837"/>
                  <a:gd name="T55" fmla="*/ 3477 h 4316"/>
                  <a:gd name="T56" fmla="*/ 305 w 837"/>
                  <a:gd name="T57" fmla="*/ 3639 h 4316"/>
                  <a:gd name="T58" fmla="*/ 365 w 837"/>
                  <a:gd name="T59" fmla="*/ 3800 h 4316"/>
                  <a:gd name="T60" fmla="*/ 437 w 837"/>
                  <a:gd name="T61" fmla="*/ 3968 h 4316"/>
                  <a:gd name="T62" fmla="*/ 508 w 837"/>
                  <a:gd name="T63" fmla="*/ 4136 h 4316"/>
                  <a:gd name="T64" fmla="*/ 592 w 837"/>
                  <a:gd name="T65" fmla="*/ 4316 h 4316"/>
                  <a:gd name="T66" fmla="*/ 604 w 837"/>
                  <a:gd name="T67" fmla="*/ 4316 h 4316"/>
                  <a:gd name="T68" fmla="*/ 520 w 837"/>
                  <a:gd name="T69" fmla="*/ 4136 h 4316"/>
                  <a:gd name="T70" fmla="*/ 448 w 837"/>
                  <a:gd name="T71" fmla="*/ 3968 h 4316"/>
                  <a:gd name="T72" fmla="*/ 377 w 837"/>
                  <a:gd name="T73" fmla="*/ 3800 h 4316"/>
                  <a:gd name="T74" fmla="*/ 317 w 837"/>
                  <a:gd name="T75" fmla="*/ 3639 h 4316"/>
                  <a:gd name="T76" fmla="*/ 257 w 837"/>
                  <a:gd name="T77" fmla="*/ 3477 h 4316"/>
                  <a:gd name="T78" fmla="*/ 209 w 837"/>
                  <a:gd name="T79" fmla="*/ 3327 h 4316"/>
                  <a:gd name="T80" fmla="*/ 161 w 837"/>
                  <a:gd name="T81" fmla="*/ 3171 h 4316"/>
                  <a:gd name="T82" fmla="*/ 126 w 837"/>
                  <a:gd name="T83" fmla="*/ 3027 h 4316"/>
                  <a:gd name="T84" fmla="*/ 60 w 837"/>
                  <a:gd name="T85" fmla="*/ 2739 h 4316"/>
                  <a:gd name="T86" fmla="*/ 24 w 837"/>
                  <a:gd name="T87" fmla="*/ 2470 h 4316"/>
                  <a:gd name="T88" fmla="*/ 12 w 837"/>
                  <a:gd name="T89" fmla="*/ 2206 h 4316"/>
                  <a:gd name="T90" fmla="*/ 18 w 837"/>
                  <a:gd name="T91" fmla="*/ 1948 h 4316"/>
                  <a:gd name="T92" fmla="*/ 18 w 837"/>
                  <a:gd name="T93" fmla="*/ 194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</p:grpSp>
        <p:sp>
          <p:nvSpPr>
            <p:cNvPr id="9" name="Freeform 20"/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>
                <a:gd name="T0" fmla="*/ 0 w 604"/>
                <a:gd name="T1" fmla="*/ 54 h 1415"/>
                <a:gd name="T2" fmla="*/ 42 w 604"/>
                <a:gd name="T3" fmla="*/ 228 h 1415"/>
                <a:gd name="T4" fmla="*/ 96 w 604"/>
                <a:gd name="T5" fmla="*/ 402 h 1415"/>
                <a:gd name="T6" fmla="*/ 161 w 604"/>
                <a:gd name="T7" fmla="*/ 576 h 1415"/>
                <a:gd name="T8" fmla="*/ 227 w 604"/>
                <a:gd name="T9" fmla="*/ 744 h 1415"/>
                <a:gd name="T10" fmla="*/ 305 w 604"/>
                <a:gd name="T11" fmla="*/ 917 h 1415"/>
                <a:gd name="T12" fmla="*/ 389 w 604"/>
                <a:gd name="T13" fmla="*/ 1085 h 1415"/>
                <a:gd name="T14" fmla="*/ 484 w 604"/>
                <a:gd name="T15" fmla="*/ 1253 h 1415"/>
                <a:gd name="T16" fmla="*/ 586 w 604"/>
                <a:gd name="T17" fmla="*/ 1415 h 1415"/>
                <a:gd name="T18" fmla="*/ 604 w 604"/>
                <a:gd name="T19" fmla="*/ 1415 h 1415"/>
                <a:gd name="T20" fmla="*/ 496 w 604"/>
                <a:gd name="T21" fmla="*/ 1247 h 1415"/>
                <a:gd name="T22" fmla="*/ 401 w 604"/>
                <a:gd name="T23" fmla="*/ 1073 h 1415"/>
                <a:gd name="T24" fmla="*/ 311 w 604"/>
                <a:gd name="T25" fmla="*/ 899 h 1415"/>
                <a:gd name="T26" fmla="*/ 233 w 604"/>
                <a:gd name="T27" fmla="*/ 720 h 1415"/>
                <a:gd name="T28" fmla="*/ 161 w 604"/>
                <a:gd name="T29" fmla="*/ 546 h 1415"/>
                <a:gd name="T30" fmla="*/ 102 w 604"/>
                <a:gd name="T31" fmla="*/ 366 h 1415"/>
                <a:gd name="T32" fmla="*/ 48 w 604"/>
                <a:gd name="T33" fmla="*/ 180 h 1415"/>
                <a:gd name="T34" fmla="*/ 0 w 604"/>
                <a:gd name="T35" fmla="*/ 0 h 1415"/>
                <a:gd name="T36" fmla="*/ 0 w 604"/>
                <a:gd name="T37" fmla="*/ 54 h 1415"/>
                <a:gd name="T38" fmla="*/ 0 w 604"/>
                <a:gd name="T39" fmla="*/ 54 h 1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/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0" name="Freeform 21"/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>
                <a:gd name="T0" fmla="*/ 0 w 227"/>
                <a:gd name="T1" fmla="*/ 30 h 426"/>
                <a:gd name="T2" fmla="*/ 108 w 227"/>
                <a:gd name="T3" fmla="*/ 240 h 426"/>
                <a:gd name="T4" fmla="*/ 215 w 227"/>
                <a:gd name="T5" fmla="*/ 426 h 426"/>
                <a:gd name="T6" fmla="*/ 227 w 227"/>
                <a:gd name="T7" fmla="*/ 426 h 426"/>
                <a:gd name="T8" fmla="*/ 167 w 227"/>
                <a:gd name="T9" fmla="*/ 330 h 426"/>
                <a:gd name="T10" fmla="*/ 114 w 227"/>
                <a:gd name="T11" fmla="*/ 222 h 426"/>
                <a:gd name="T12" fmla="*/ 0 w 227"/>
                <a:gd name="T13" fmla="*/ 0 h 426"/>
                <a:gd name="T14" fmla="*/ 0 w 227"/>
                <a:gd name="T15" fmla="*/ 30 h 426"/>
                <a:gd name="T16" fmla="*/ 0 w 227"/>
                <a:gd name="T17" fmla="*/ 3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/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1" name="Freeform 22"/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>
                <a:gd name="T0" fmla="*/ 981 w 981"/>
                <a:gd name="T1" fmla="*/ 1786 h 1786"/>
                <a:gd name="T2" fmla="*/ 981 w 981"/>
                <a:gd name="T3" fmla="*/ 1720 h 1786"/>
                <a:gd name="T4" fmla="*/ 969 w 981"/>
                <a:gd name="T5" fmla="*/ 1666 h 1786"/>
                <a:gd name="T6" fmla="*/ 957 w 981"/>
                <a:gd name="T7" fmla="*/ 1613 h 1786"/>
                <a:gd name="T8" fmla="*/ 921 w 981"/>
                <a:gd name="T9" fmla="*/ 1487 h 1786"/>
                <a:gd name="T10" fmla="*/ 885 w 981"/>
                <a:gd name="T11" fmla="*/ 1361 h 1786"/>
                <a:gd name="T12" fmla="*/ 796 w 981"/>
                <a:gd name="T13" fmla="*/ 1121 h 1786"/>
                <a:gd name="T14" fmla="*/ 682 w 981"/>
                <a:gd name="T15" fmla="*/ 899 h 1786"/>
                <a:gd name="T16" fmla="*/ 562 w 981"/>
                <a:gd name="T17" fmla="*/ 689 h 1786"/>
                <a:gd name="T18" fmla="*/ 431 w 981"/>
                <a:gd name="T19" fmla="*/ 498 h 1786"/>
                <a:gd name="T20" fmla="*/ 293 w 981"/>
                <a:gd name="T21" fmla="*/ 318 h 1786"/>
                <a:gd name="T22" fmla="*/ 150 w 981"/>
                <a:gd name="T23" fmla="*/ 150 h 1786"/>
                <a:gd name="T24" fmla="*/ 12 w 981"/>
                <a:gd name="T25" fmla="*/ 0 h 1786"/>
                <a:gd name="T26" fmla="*/ 0 w 981"/>
                <a:gd name="T27" fmla="*/ 0 h 1786"/>
                <a:gd name="T28" fmla="*/ 138 w 981"/>
                <a:gd name="T29" fmla="*/ 150 h 1786"/>
                <a:gd name="T30" fmla="*/ 275 w 981"/>
                <a:gd name="T31" fmla="*/ 318 h 1786"/>
                <a:gd name="T32" fmla="*/ 413 w 981"/>
                <a:gd name="T33" fmla="*/ 498 h 1786"/>
                <a:gd name="T34" fmla="*/ 545 w 981"/>
                <a:gd name="T35" fmla="*/ 689 h 1786"/>
                <a:gd name="T36" fmla="*/ 670 w 981"/>
                <a:gd name="T37" fmla="*/ 899 h 1786"/>
                <a:gd name="T38" fmla="*/ 778 w 981"/>
                <a:gd name="T39" fmla="*/ 1121 h 1786"/>
                <a:gd name="T40" fmla="*/ 873 w 981"/>
                <a:gd name="T41" fmla="*/ 1361 h 1786"/>
                <a:gd name="T42" fmla="*/ 909 w 981"/>
                <a:gd name="T43" fmla="*/ 1487 h 1786"/>
                <a:gd name="T44" fmla="*/ 945 w 981"/>
                <a:gd name="T45" fmla="*/ 1619 h 1786"/>
                <a:gd name="T46" fmla="*/ 963 w 981"/>
                <a:gd name="T47" fmla="*/ 1702 h 1786"/>
                <a:gd name="T48" fmla="*/ 981 w 981"/>
                <a:gd name="T49" fmla="*/ 1786 h 1786"/>
                <a:gd name="T50" fmla="*/ 981 w 981"/>
                <a:gd name="T51" fmla="*/ 1786 h 1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/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2" name="Freeform 23"/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775 w 717"/>
                <a:gd name="T1" fmla="*/ 845 h 845"/>
                <a:gd name="T2" fmla="*/ 775 w 717"/>
                <a:gd name="T3" fmla="*/ 821 h 845"/>
                <a:gd name="T4" fmla="*/ 632 w 717"/>
                <a:gd name="T5" fmla="*/ 605 h 845"/>
                <a:gd name="T6" fmla="*/ 435 w 717"/>
                <a:gd name="T7" fmla="*/ 396 h 845"/>
                <a:gd name="T8" fmla="*/ 250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238 w 717"/>
                <a:gd name="T15" fmla="*/ 198 h 845"/>
                <a:gd name="T16" fmla="*/ 429 w 717"/>
                <a:gd name="T17" fmla="*/ 408 h 845"/>
                <a:gd name="T18" fmla="*/ 626 w 717"/>
                <a:gd name="T19" fmla="*/ 623 h 845"/>
                <a:gd name="T20" fmla="*/ 775 w 717"/>
                <a:gd name="T21" fmla="*/ 845 h 845"/>
                <a:gd name="T22" fmla="*/ 775 w 717"/>
                <a:gd name="T23" fmla="*/ 845 h 84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Freeform 24"/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436 w 407"/>
                <a:gd name="T1" fmla="*/ 414 h 414"/>
                <a:gd name="T2" fmla="*/ 436 w 407"/>
                <a:gd name="T3" fmla="*/ 396 h 414"/>
                <a:gd name="T4" fmla="*/ 251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245 w 407"/>
                <a:gd name="T13" fmla="*/ 204 h 414"/>
                <a:gd name="T14" fmla="*/ 436 w 407"/>
                <a:gd name="T15" fmla="*/ 414 h 414"/>
                <a:gd name="T16" fmla="*/ 436 w 407"/>
                <a:gd name="T17" fmla="*/ 414 h 4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25"/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>
                <a:gd name="T0" fmla="*/ 0 w 855"/>
                <a:gd name="T1" fmla="*/ 1361 h 1409"/>
                <a:gd name="T2" fmla="*/ 0 w 855"/>
                <a:gd name="T3" fmla="*/ 1409 h 1409"/>
                <a:gd name="T4" fmla="*/ 54 w 855"/>
                <a:gd name="T5" fmla="*/ 1211 h 1409"/>
                <a:gd name="T6" fmla="*/ 126 w 855"/>
                <a:gd name="T7" fmla="*/ 1013 h 1409"/>
                <a:gd name="T8" fmla="*/ 215 w 855"/>
                <a:gd name="T9" fmla="*/ 827 h 1409"/>
                <a:gd name="T10" fmla="*/ 311 w 855"/>
                <a:gd name="T11" fmla="*/ 647 h 1409"/>
                <a:gd name="T12" fmla="*/ 431 w 855"/>
                <a:gd name="T13" fmla="*/ 474 h 1409"/>
                <a:gd name="T14" fmla="*/ 556 w 855"/>
                <a:gd name="T15" fmla="*/ 312 h 1409"/>
                <a:gd name="T16" fmla="*/ 700 w 855"/>
                <a:gd name="T17" fmla="*/ 150 h 1409"/>
                <a:gd name="T18" fmla="*/ 855 w 855"/>
                <a:gd name="T19" fmla="*/ 0 h 1409"/>
                <a:gd name="T20" fmla="*/ 837 w 855"/>
                <a:gd name="T21" fmla="*/ 0 h 1409"/>
                <a:gd name="T22" fmla="*/ 688 w 855"/>
                <a:gd name="T23" fmla="*/ 144 h 1409"/>
                <a:gd name="T24" fmla="*/ 550 w 855"/>
                <a:gd name="T25" fmla="*/ 300 h 1409"/>
                <a:gd name="T26" fmla="*/ 425 w 855"/>
                <a:gd name="T27" fmla="*/ 462 h 1409"/>
                <a:gd name="T28" fmla="*/ 311 w 855"/>
                <a:gd name="T29" fmla="*/ 629 h 1409"/>
                <a:gd name="T30" fmla="*/ 215 w 855"/>
                <a:gd name="T31" fmla="*/ 803 h 1409"/>
                <a:gd name="T32" fmla="*/ 132 w 855"/>
                <a:gd name="T33" fmla="*/ 983 h 1409"/>
                <a:gd name="T34" fmla="*/ 60 w 855"/>
                <a:gd name="T35" fmla="*/ 1169 h 1409"/>
                <a:gd name="T36" fmla="*/ 0 w 855"/>
                <a:gd name="T37" fmla="*/ 1361 h 1409"/>
                <a:gd name="T38" fmla="*/ 0 w 855"/>
                <a:gd name="T39" fmla="*/ 1361 h 1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/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5" name="Freeform 26"/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644 w 586"/>
                <a:gd name="T1" fmla="*/ 0 h 599"/>
                <a:gd name="T2" fmla="*/ 626 w 586"/>
                <a:gd name="T3" fmla="*/ 0 h 599"/>
                <a:gd name="T4" fmla="*/ 436 w 586"/>
                <a:gd name="T5" fmla="*/ 132 h 599"/>
                <a:gd name="T6" fmla="*/ 286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286 w 586"/>
                <a:gd name="T17" fmla="*/ 282 h 599"/>
                <a:gd name="T18" fmla="*/ 444 w 586"/>
                <a:gd name="T19" fmla="*/ 138 h 599"/>
                <a:gd name="T20" fmla="*/ 644 w 586"/>
                <a:gd name="T21" fmla="*/ 0 h 599"/>
                <a:gd name="T22" fmla="*/ 644 w 586"/>
                <a:gd name="T23" fmla="*/ 0 h 59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Freeform 27"/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298 w 269"/>
                <a:gd name="T1" fmla="*/ 0 h 252"/>
                <a:gd name="T2" fmla="*/ 280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298 w 269"/>
                <a:gd name="T15" fmla="*/ 0 h 252"/>
                <a:gd name="T16" fmla="*/ 298 w 269"/>
                <a:gd name="T17" fmla="*/ 0 h 2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28"/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29"/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30"/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0" name="Group 31"/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23" name="Line 32"/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Line 33"/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Line 34"/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" name="Line 35"/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" name="Line 36"/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1" name="Line 37"/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38"/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82311" name="Rectangle 3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92275"/>
            <a:ext cx="7772400" cy="1736725"/>
          </a:xfrm>
        </p:spPr>
        <p:txBody>
          <a:bodyPr anchor="b"/>
          <a:lstStyle>
            <a:lvl1pPr>
              <a:defRPr sz="5400"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</a:p>
        </p:txBody>
      </p:sp>
      <p:sp>
        <p:nvSpPr>
          <p:cNvPr id="182312" name="Rectangle 4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</a:p>
        </p:txBody>
      </p:sp>
      <p:sp>
        <p:nvSpPr>
          <p:cNvPr id="41" name="Rectangle 41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2" name="Rectangle 4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3" name="Rectangle 4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077A95-F7B2-4ED3-99FF-0D67A16961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0725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FF9D8A-9DC0-4D69-8518-70DAC50E02B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01338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33C663-9117-46D0-9789-D5619FE2B8A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05935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13B85D-2992-4DFB-83D6-51CB1C834B3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17660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AD6E0C-F80F-49F4-8C8C-7F9E6D0ECD6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47277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D330E0-7745-4ED6-8FBB-23F99CC5CA3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08566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EFB96D-3462-4B06-A9CA-C60B793F296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37388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CE4DCF-1570-460A-A8CA-8C8649290F5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16338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E6D502-E51D-45FE-B1DA-4830384FD9C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39385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4CEB86-CDF0-4D24-8D89-440C53158E2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68797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6B6234-A516-440E-9EA5-DA6DCE3BF4E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84593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chemeClr val="bg2">
                <a:lumMod val="75000"/>
              </a:schemeClr>
            </a:gs>
            <a:gs pos="100000">
              <a:schemeClr val="bg2">
                <a:lumMod val="5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1588" y="0"/>
            <a:ext cx="9148762" cy="6851650"/>
            <a:chOff x="1" y="0"/>
            <a:chExt cx="5763" cy="4316"/>
          </a:xfrm>
        </p:grpSpPr>
        <p:sp>
          <p:nvSpPr>
            <p:cNvPr id="181251" name="Freeform 3"/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>
                <a:gd name="T0" fmla="*/ 717 w 717"/>
                <a:gd name="T1" fmla="*/ 72 h 1690"/>
                <a:gd name="T2" fmla="*/ 717 w 717"/>
                <a:gd name="T3" fmla="*/ 0 h 1690"/>
                <a:gd name="T4" fmla="*/ 699 w 717"/>
                <a:gd name="T5" fmla="*/ 101 h 1690"/>
                <a:gd name="T6" fmla="*/ 675 w 717"/>
                <a:gd name="T7" fmla="*/ 209 h 1690"/>
                <a:gd name="T8" fmla="*/ 627 w 717"/>
                <a:gd name="T9" fmla="*/ 389 h 1690"/>
                <a:gd name="T10" fmla="*/ 574 w 717"/>
                <a:gd name="T11" fmla="*/ 569 h 1690"/>
                <a:gd name="T12" fmla="*/ 502 w 717"/>
                <a:gd name="T13" fmla="*/ 749 h 1690"/>
                <a:gd name="T14" fmla="*/ 424 w 717"/>
                <a:gd name="T15" fmla="*/ 935 h 1690"/>
                <a:gd name="T16" fmla="*/ 334 w 717"/>
                <a:gd name="T17" fmla="*/ 1121 h 1690"/>
                <a:gd name="T18" fmla="*/ 233 w 717"/>
                <a:gd name="T19" fmla="*/ 1312 h 1690"/>
                <a:gd name="T20" fmla="*/ 125 w 717"/>
                <a:gd name="T21" fmla="*/ 1498 h 1690"/>
                <a:gd name="T22" fmla="*/ 0 w 717"/>
                <a:gd name="T23" fmla="*/ 1690 h 1690"/>
                <a:gd name="T24" fmla="*/ 11 w 717"/>
                <a:gd name="T25" fmla="*/ 1690 h 1690"/>
                <a:gd name="T26" fmla="*/ 137 w 717"/>
                <a:gd name="T27" fmla="*/ 1498 h 1690"/>
                <a:gd name="T28" fmla="*/ 245 w 717"/>
                <a:gd name="T29" fmla="*/ 1312 h 1690"/>
                <a:gd name="T30" fmla="*/ 346 w 717"/>
                <a:gd name="T31" fmla="*/ 1121 h 1690"/>
                <a:gd name="T32" fmla="*/ 436 w 717"/>
                <a:gd name="T33" fmla="*/ 935 h 1690"/>
                <a:gd name="T34" fmla="*/ 514 w 717"/>
                <a:gd name="T35" fmla="*/ 749 h 1690"/>
                <a:gd name="T36" fmla="*/ 585 w 717"/>
                <a:gd name="T37" fmla="*/ 569 h 1690"/>
                <a:gd name="T38" fmla="*/ 639 w 717"/>
                <a:gd name="T39" fmla="*/ 389 h 1690"/>
                <a:gd name="T40" fmla="*/ 687 w 717"/>
                <a:gd name="T41" fmla="*/ 209 h 1690"/>
                <a:gd name="T42" fmla="*/ 705 w 717"/>
                <a:gd name="T43" fmla="*/ 143 h 1690"/>
                <a:gd name="T44" fmla="*/ 717 w 717"/>
                <a:gd name="T45" fmla="*/ 72 h 1690"/>
                <a:gd name="T46" fmla="*/ 717 w 717"/>
                <a:gd name="T47" fmla="*/ 72 h 1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/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81252" name="Freeform 4"/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>
                <a:gd name="T0" fmla="*/ 377 w 377"/>
                <a:gd name="T1" fmla="*/ 0 h 522"/>
                <a:gd name="T2" fmla="*/ 293 w 377"/>
                <a:gd name="T3" fmla="*/ 132 h 522"/>
                <a:gd name="T4" fmla="*/ 204 w 377"/>
                <a:gd name="T5" fmla="*/ 264 h 522"/>
                <a:gd name="T6" fmla="*/ 102 w 377"/>
                <a:gd name="T7" fmla="*/ 396 h 522"/>
                <a:gd name="T8" fmla="*/ 0 w 377"/>
                <a:gd name="T9" fmla="*/ 522 h 522"/>
                <a:gd name="T10" fmla="*/ 12 w 377"/>
                <a:gd name="T11" fmla="*/ 522 h 522"/>
                <a:gd name="T12" fmla="*/ 114 w 377"/>
                <a:gd name="T13" fmla="*/ 402 h 522"/>
                <a:gd name="T14" fmla="*/ 204 w 377"/>
                <a:gd name="T15" fmla="*/ 282 h 522"/>
                <a:gd name="T16" fmla="*/ 377 w 377"/>
                <a:gd name="T17" fmla="*/ 24 h 522"/>
                <a:gd name="T18" fmla="*/ 377 w 377"/>
                <a:gd name="T19" fmla="*/ 0 h 522"/>
                <a:gd name="T20" fmla="*/ 377 w 377"/>
                <a:gd name="T21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/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81253" name="Freeform 5"/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>
                <a:gd name="T0" fmla="*/ 0 w 84"/>
                <a:gd name="T1" fmla="*/ 102 h 102"/>
                <a:gd name="T2" fmla="*/ 18 w 84"/>
                <a:gd name="T3" fmla="*/ 102 h 102"/>
                <a:gd name="T4" fmla="*/ 48 w 84"/>
                <a:gd name="T5" fmla="*/ 60 h 102"/>
                <a:gd name="T6" fmla="*/ 84 w 84"/>
                <a:gd name="T7" fmla="*/ 24 h 102"/>
                <a:gd name="T8" fmla="*/ 84 w 84"/>
                <a:gd name="T9" fmla="*/ 0 h 102"/>
                <a:gd name="T10" fmla="*/ 42 w 84"/>
                <a:gd name="T11" fmla="*/ 54 h 102"/>
                <a:gd name="T12" fmla="*/ 0 w 84"/>
                <a:gd name="T13" fmla="*/ 102 h 102"/>
                <a:gd name="T14" fmla="*/ 0 w 84"/>
                <a:gd name="T15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/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grpSp>
          <p:nvGrpSpPr>
            <p:cNvPr id="1035" name="Group 6"/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181255" name="Freeform 7"/>
              <p:cNvSpPr>
                <a:spLocks/>
              </p:cNvSpPr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>
                  <a:gd name="T0" fmla="*/ 0 w 72"/>
                  <a:gd name="T1" fmla="*/ 0 h 4316"/>
                  <a:gd name="T2" fmla="*/ 60 w 72"/>
                  <a:gd name="T3" fmla="*/ 4316 h 4316"/>
                  <a:gd name="T4" fmla="*/ 72 w 72"/>
                  <a:gd name="T5" fmla="*/ 4316 h 4316"/>
                  <a:gd name="T6" fmla="*/ 12 w 72"/>
                  <a:gd name="T7" fmla="*/ 0 h 4316"/>
                  <a:gd name="T8" fmla="*/ 0 w 72"/>
                  <a:gd name="T9" fmla="*/ 0 h 4316"/>
                  <a:gd name="T10" fmla="*/ 0 w 72"/>
                  <a:gd name="T1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81256" name="Freeform 8"/>
              <p:cNvSpPr>
                <a:spLocks/>
              </p:cNvSpPr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>
                  <a:gd name="T0" fmla="*/ 24 w 174"/>
                  <a:gd name="T1" fmla="*/ 0 h 4316"/>
                  <a:gd name="T2" fmla="*/ 12 w 174"/>
                  <a:gd name="T3" fmla="*/ 0 h 4316"/>
                  <a:gd name="T4" fmla="*/ 42 w 174"/>
                  <a:gd name="T5" fmla="*/ 216 h 4316"/>
                  <a:gd name="T6" fmla="*/ 72 w 174"/>
                  <a:gd name="T7" fmla="*/ 444 h 4316"/>
                  <a:gd name="T8" fmla="*/ 96 w 174"/>
                  <a:gd name="T9" fmla="*/ 689 h 4316"/>
                  <a:gd name="T10" fmla="*/ 120 w 174"/>
                  <a:gd name="T11" fmla="*/ 947 h 4316"/>
                  <a:gd name="T12" fmla="*/ 132 w 174"/>
                  <a:gd name="T13" fmla="*/ 1211 h 4316"/>
                  <a:gd name="T14" fmla="*/ 150 w 174"/>
                  <a:gd name="T15" fmla="*/ 1487 h 4316"/>
                  <a:gd name="T16" fmla="*/ 156 w 174"/>
                  <a:gd name="T17" fmla="*/ 1768 h 4316"/>
                  <a:gd name="T18" fmla="*/ 162 w 174"/>
                  <a:gd name="T19" fmla="*/ 2062 h 4316"/>
                  <a:gd name="T20" fmla="*/ 156 w 174"/>
                  <a:gd name="T21" fmla="*/ 2644 h 4316"/>
                  <a:gd name="T22" fmla="*/ 126 w 174"/>
                  <a:gd name="T23" fmla="*/ 3225 h 4316"/>
                  <a:gd name="T24" fmla="*/ 108 w 174"/>
                  <a:gd name="T25" fmla="*/ 3507 h 4316"/>
                  <a:gd name="T26" fmla="*/ 78 w 174"/>
                  <a:gd name="T27" fmla="*/ 3788 h 4316"/>
                  <a:gd name="T28" fmla="*/ 42 w 174"/>
                  <a:gd name="T29" fmla="*/ 4058 h 4316"/>
                  <a:gd name="T30" fmla="*/ 0 w 174"/>
                  <a:gd name="T31" fmla="*/ 4316 h 4316"/>
                  <a:gd name="T32" fmla="*/ 12 w 174"/>
                  <a:gd name="T33" fmla="*/ 4316 h 4316"/>
                  <a:gd name="T34" fmla="*/ 54 w 174"/>
                  <a:gd name="T35" fmla="*/ 4058 h 4316"/>
                  <a:gd name="T36" fmla="*/ 90 w 174"/>
                  <a:gd name="T37" fmla="*/ 3782 h 4316"/>
                  <a:gd name="T38" fmla="*/ 120 w 174"/>
                  <a:gd name="T39" fmla="*/ 3507 h 4316"/>
                  <a:gd name="T40" fmla="*/ 138 w 174"/>
                  <a:gd name="T41" fmla="*/ 3219 h 4316"/>
                  <a:gd name="T42" fmla="*/ 168 w 174"/>
                  <a:gd name="T43" fmla="*/ 2638 h 4316"/>
                  <a:gd name="T44" fmla="*/ 174 w 174"/>
                  <a:gd name="T45" fmla="*/ 2056 h 4316"/>
                  <a:gd name="T46" fmla="*/ 168 w 174"/>
                  <a:gd name="T47" fmla="*/ 1768 h 4316"/>
                  <a:gd name="T48" fmla="*/ 162 w 174"/>
                  <a:gd name="T49" fmla="*/ 1487 h 4316"/>
                  <a:gd name="T50" fmla="*/ 144 w 174"/>
                  <a:gd name="T51" fmla="*/ 1211 h 4316"/>
                  <a:gd name="T52" fmla="*/ 132 w 174"/>
                  <a:gd name="T53" fmla="*/ 941 h 4316"/>
                  <a:gd name="T54" fmla="*/ 108 w 174"/>
                  <a:gd name="T55" fmla="*/ 689 h 4316"/>
                  <a:gd name="T56" fmla="*/ 84 w 174"/>
                  <a:gd name="T57" fmla="*/ 444 h 4316"/>
                  <a:gd name="T58" fmla="*/ 54 w 174"/>
                  <a:gd name="T59" fmla="*/ 216 h 4316"/>
                  <a:gd name="T60" fmla="*/ 24 w 174"/>
                  <a:gd name="T61" fmla="*/ 0 h 4316"/>
                  <a:gd name="T62" fmla="*/ 24 w 174"/>
                  <a:gd name="T63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81257" name="Freeform 9"/>
              <p:cNvSpPr>
                <a:spLocks/>
              </p:cNvSpPr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>
                  <a:gd name="T0" fmla="*/ 329 w 335"/>
                  <a:gd name="T1" fmla="*/ 2014 h 4316"/>
                  <a:gd name="T2" fmla="*/ 317 w 335"/>
                  <a:gd name="T3" fmla="*/ 1726 h 4316"/>
                  <a:gd name="T4" fmla="*/ 293 w 335"/>
                  <a:gd name="T5" fmla="*/ 1445 h 4316"/>
                  <a:gd name="T6" fmla="*/ 263 w 335"/>
                  <a:gd name="T7" fmla="*/ 1175 h 4316"/>
                  <a:gd name="T8" fmla="*/ 228 w 335"/>
                  <a:gd name="T9" fmla="*/ 917 h 4316"/>
                  <a:gd name="T10" fmla="*/ 186 w 335"/>
                  <a:gd name="T11" fmla="*/ 665 h 4316"/>
                  <a:gd name="T12" fmla="*/ 132 w 335"/>
                  <a:gd name="T13" fmla="*/ 432 h 4316"/>
                  <a:gd name="T14" fmla="*/ 78 w 335"/>
                  <a:gd name="T15" fmla="*/ 204 h 4316"/>
                  <a:gd name="T16" fmla="*/ 12 w 335"/>
                  <a:gd name="T17" fmla="*/ 0 h 4316"/>
                  <a:gd name="T18" fmla="*/ 0 w 335"/>
                  <a:gd name="T19" fmla="*/ 0 h 4316"/>
                  <a:gd name="T20" fmla="*/ 66 w 335"/>
                  <a:gd name="T21" fmla="*/ 204 h 4316"/>
                  <a:gd name="T22" fmla="*/ 120 w 335"/>
                  <a:gd name="T23" fmla="*/ 432 h 4316"/>
                  <a:gd name="T24" fmla="*/ 174 w 335"/>
                  <a:gd name="T25" fmla="*/ 665 h 4316"/>
                  <a:gd name="T26" fmla="*/ 216 w 335"/>
                  <a:gd name="T27" fmla="*/ 917 h 4316"/>
                  <a:gd name="T28" fmla="*/ 251 w 335"/>
                  <a:gd name="T29" fmla="*/ 1175 h 4316"/>
                  <a:gd name="T30" fmla="*/ 281 w 335"/>
                  <a:gd name="T31" fmla="*/ 1445 h 4316"/>
                  <a:gd name="T32" fmla="*/ 305 w 335"/>
                  <a:gd name="T33" fmla="*/ 1726 h 4316"/>
                  <a:gd name="T34" fmla="*/ 317 w 335"/>
                  <a:gd name="T35" fmla="*/ 2014 h 4316"/>
                  <a:gd name="T36" fmla="*/ 323 w 335"/>
                  <a:gd name="T37" fmla="*/ 2314 h 4316"/>
                  <a:gd name="T38" fmla="*/ 317 w 335"/>
                  <a:gd name="T39" fmla="*/ 2608 h 4316"/>
                  <a:gd name="T40" fmla="*/ 305 w 335"/>
                  <a:gd name="T41" fmla="*/ 2907 h 4316"/>
                  <a:gd name="T42" fmla="*/ 281 w 335"/>
                  <a:gd name="T43" fmla="*/ 3201 h 4316"/>
                  <a:gd name="T44" fmla="*/ 257 w 335"/>
                  <a:gd name="T45" fmla="*/ 3489 h 4316"/>
                  <a:gd name="T46" fmla="*/ 216 w 335"/>
                  <a:gd name="T47" fmla="*/ 3777 h 4316"/>
                  <a:gd name="T48" fmla="*/ 174 w 335"/>
                  <a:gd name="T49" fmla="*/ 4052 h 4316"/>
                  <a:gd name="T50" fmla="*/ 120 w 335"/>
                  <a:gd name="T51" fmla="*/ 4316 h 4316"/>
                  <a:gd name="T52" fmla="*/ 132 w 335"/>
                  <a:gd name="T53" fmla="*/ 4316 h 4316"/>
                  <a:gd name="T54" fmla="*/ 186 w 335"/>
                  <a:gd name="T55" fmla="*/ 4052 h 4316"/>
                  <a:gd name="T56" fmla="*/ 228 w 335"/>
                  <a:gd name="T57" fmla="*/ 3777 h 4316"/>
                  <a:gd name="T58" fmla="*/ 269 w 335"/>
                  <a:gd name="T59" fmla="*/ 3489 h 4316"/>
                  <a:gd name="T60" fmla="*/ 293 w 335"/>
                  <a:gd name="T61" fmla="*/ 3201 h 4316"/>
                  <a:gd name="T62" fmla="*/ 317 w 335"/>
                  <a:gd name="T63" fmla="*/ 2907 h 4316"/>
                  <a:gd name="T64" fmla="*/ 329 w 335"/>
                  <a:gd name="T65" fmla="*/ 2608 h 4316"/>
                  <a:gd name="T66" fmla="*/ 335 w 335"/>
                  <a:gd name="T67" fmla="*/ 2314 h 4316"/>
                  <a:gd name="T68" fmla="*/ 329 w 335"/>
                  <a:gd name="T69" fmla="*/ 2014 h 4316"/>
                  <a:gd name="T70" fmla="*/ 329 w 335"/>
                  <a:gd name="T71" fmla="*/ 201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81258" name="Freeform 10"/>
              <p:cNvSpPr>
                <a:spLocks/>
              </p:cNvSpPr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>
                  <a:gd name="T0" fmla="*/ 413 w 425"/>
                  <a:gd name="T1" fmla="*/ 1924 h 4316"/>
                  <a:gd name="T2" fmla="*/ 395 w 425"/>
                  <a:gd name="T3" fmla="*/ 1690 h 4316"/>
                  <a:gd name="T4" fmla="*/ 365 w 425"/>
                  <a:gd name="T5" fmla="*/ 1457 h 4316"/>
                  <a:gd name="T6" fmla="*/ 329 w 425"/>
                  <a:gd name="T7" fmla="*/ 1229 h 4316"/>
                  <a:gd name="T8" fmla="*/ 281 w 425"/>
                  <a:gd name="T9" fmla="*/ 1001 h 4316"/>
                  <a:gd name="T10" fmla="*/ 227 w 425"/>
                  <a:gd name="T11" fmla="*/ 761 h 4316"/>
                  <a:gd name="T12" fmla="*/ 162 w 425"/>
                  <a:gd name="T13" fmla="*/ 522 h 4316"/>
                  <a:gd name="T14" fmla="*/ 90 w 425"/>
                  <a:gd name="T15" fmla="*/ 270 h 4316"/>
                  <a:gd name="T16" fmla="*/ 12 w 425"/>
                  <a:gd name="T17" fmla="*/ 0 h 4316"/>
                  <a:gd name="T18" fmla="*/ 0 w 425"/>
                  <a:gd name="T19" fmla="*/ 0 h 4316"/>
                  <a:gd name="T20" fmla="*/ 84 w 425"/>
                  <a:gd name="T21" fmla="*/ 270 h 4316"/>
                  <a:gd name="T22" fmla="*/ 156 w 425"/>
                  <a:gd name="T23" fmla="*/ 522 h 4316"/>
                  <a:gd name="T24" fmla="*/ 216 w 425"/>
                  <a:gd name="T25" fmla="*/ 767 h 4316"/>
                  <a:gd name="T26" fmla="*/ 275 w 425"/>
                  <a:gd name="T27" fmla="*/ 1001 h 4316"/>
                  <a:gd name="T28" fmla="*/ 317 w 425"/>
                  <a:gd name="T29" fmla="*/ 1235 h 4316"/>
                  <a:gd name="T30" fmla="*/ 353 w 425"/>
                  <a:gd name="T31" fmla="*/ 1463 h 4316"/>
                  <a:gd name="T32" fmla="*/ 383 w 425"/>
                  <a:gd name="T33" fmla="*/ 1690 h 4316"/>
                  <a:gd name="T34" fmla="*/ 401 w 425"/>
                  <a:gd name="T35" fmla="*/ 1924 h 4316"/>
                  <a:gd name="T36" fmla="*/ 413 w 425"/>
                  <a:gd name="T37" fmla="*/ 2188 h 4316"/>
                  <a:gd name="T38" fmla="*/ 407 w 425"/>
                  <a:gd name="T39" fmla="*/ 2458 h 4316"/>
                  <a:gd name="T40" fmla="*/ 395 w 425"/>
                  <a:gd name="T41" fmla="*/ 2733 h 4316"/>
                  <a:gd name="T42" fmla="*/ 365 w 425"/>
                  <a:gd name="T43" fmla="*/ 3021 h 4316"/>
                  <a:gd name="T44" fmla="*/ 329 w 425"/>
                  <a:gd name="T45" fmla="*/ 3321 h 4316"/>
                  <a:gd name="T46" fmla="*/ 275 w 425"/>
                  <a:gd name="T47" fmla="*/ 3639 h 4316"/>
                  <a:gd name="T48" fmla="*/ 204 w 425"/>
                  <a:gd name="T49" fmla="*/ 3968 h 4316"/>
                  <a:gd name="T50" fmla="*/ 126 w 425"/>
                  <a:gd name="T51" fmla="*/ 4316 h 4316"/>
                  <a:gd name="T52" fmla="*/ 138 w 425"/>
                  <a:gd name="T53" fmla="*/ 4316 h 4316"/>
                  <a:gd name="T54" fmla="*/ 216 w 425"/>
                  <a:gd name="T55" fmla="*/ 3968 h 4316"/>
                  <a:gd name="T56" fmla="*/ 287 w 425"/>
                  <a:gd name="T57" fmla="*/ 3639 h 4316"/>
                  <a:gd name="T58" fmla="*/ 341 w 425"/>
                  <a:gd name="T59" fmla="*/ 3321 h 4316"/>
                  <a:gd name="T60" fmla="*/ 377 w 425"/>
                  <a:gd name="T61" fmla="*/ 3021 h 4316"/>
                  <a:gd name="T62" fmla="*/ 407 w 425"/>
                  <a:gd name="T63" fmla="*/ 2733 h 4316"/>
                  <a:gd name="T64" fmla="*/ 419 w 425"/>
                  <a:gd name="T65" fmla="*/ 2458 h 4316"/>
                  <a:gd name="T66" fmla="*/ 425 w 425"/>
                  <a:gd name="T67" fmla="*/ 2188 h 4316"/>
                  <a:gd name="T68" fmla="*/ 413 w 425"/>
                  <a:gd name="T69" fmla="*/ 1924 h 4316"/>
                  <a:gd name="T70" fmla="*/ 413 w 425"/>
                  <a:gd name="T71" fmla="*/ 192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81259" name="Freeform 11"/>
              <p:cNvSpPr>
                <a:spLocks/>
              </p:cNvSpPr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>
                  <a:gd name="T0" fmla="*/ 556 w 556"/>
                  <a:gd name="T1" fmla="*/ 2020 h 4316"/>
                  <a:gd name="T2" fmla="*/ 538 w 556"/>
                  <a:gd name="T3" fmla="*/ 1732 h 4316"/>
                  <a:gd name="T4" fmla="*/ 503 w 556"/>
                  <a:gd name="T5" fmla="*/ 1445 h 4316"/>
                  <a:gd name="T6" fmla="*/ 455 w 556"/>
                  <a:gd name="T7" fmla="*/ 1175 h 4316"/>
                  <a:gd name="T8" fmla="*/ 395 w 556"/>
                  <a:gd name="T9" fmla="*/ 911 h 4316"/>
                  <a:gd name="T10" fmla="*/ 317 w 556"/>
                  <a:gd name="T11" fmla="*/ 659 h 4316"/>
                  <a:gd name="T12" fmla="*/ 228 w 556"/>
                  <a:gd name="T13" fmla="*/ 426 h 4316"/>
                  <a:gd name="T14" fmla="*/ 126 w 556"/>
                  <a:gd name="T15" fmla="*/ 204 h 4316"/>
                  <a:gd name="T16" fmla="*/ 12 w 556"/>
                  <a:gd name="T17" fmla="*/ 0 h 4316"/>
                  <a:gd name="T18" fmla="*/ 0 w 556"/>
                  <a:gd name="T19" fmla="*/ 0 h 4316"/>
                  <a:gd name="T20" fmla="*/ 114 w 556"/>
                  <a:gd name="T21" fmla="*/ 204 h 4316"/>
                  <a:gd name="T22" fmla="*/ 216 w 556"/>
                  <a:gd name="T23" fmla="*/ 426 h 4316"/>
                  <a:gd name="T24" fmla="*/ 305 w 556"/>
                  <a:gd name="T25" fmla="*/ 659 h 4316"/>
                  <a:gd name="T26" fmla="*/ 383 w 556"/>
                  <a:gd name="T27" fmla="*/ 911 h 4316"/>
                  <a:gd name="T28" fmla="*/ 443 w 556"/>
                  <a:gd name="T29" fmla="*/ 1175 h 4316"/>
                  <a:gd name="T30" fmla="*/ 491 w 556"/>
                  <a:gd name="T31" fmla="*/ 1445 h 4316"/>
                  <a:gd name="T32" fmla="*/ 526 w 556"/>
                  <a:gd name="T33" fmla="*/ 1732 h 4316"/>
                  <a:gd name="T34" fmla="*/ 544 w 556"/>
                  <a:gd name="T35" fmla="*/ 2020 h 4316"/>
                  <a:gd name="T36" fmla="*/ 544 w 556"/>
                  <a:gd name="T37" fmla="*/ 2326 h 4316"/>
                  <a:gd name="T38" fmla="*/ 532 w 556"/>
                  <a:gd name="T39" fmla="*/ 2632 h 4316"/>
                  <a:gd name="T40" fmla="*/ 503 w 556"/>
                  <a:gd name="T41" fmla="*/ 2931 h 4316"/>
                  <a:gd name="T42" fmla="*/ 455 w 556"/>
                  <a:gd name="T43" fmla="*/ 3225 h 4316"/>
                  <a:gd name="T44" fmla="*/ 389 w 556"/>
                  <a:gd name="T45" fmla="*/ 3513 h 4316"/>
                  <a:gd name="T46" fmla="*/ 311 w 556"/>
                  <a:gd name="T47" fmla="*/ 3788 h 4316"/>
                  <a:gd name="T48" fmla="*/ 216 w 556"/>
                  <a:gd name="T49" fmla="*/ 4058 h 4316"/>
                  <a:gd name="T50" fmla="*/ 102 w 556"/>
                  <a:gd name="T51" fmla="*/ 4316 h 4316"/>
                  <a:gd name="T52" fmla="*/ 114 w 556"/>
                  <a:gd name="T53" fmla="*/ 4316 h 4316"/>
                  <a:gd name="T54" fmla="*/ 228 w 556"/>
                  <a:gd name="T55" fmla="*/ 4058 h 4316"/>
                  <a:gd name="T56" fmla="*/ 323 w 556"/>
                  <a:gd name="T57" fmla="*/ 3788 h 4316"/>
                  <a:gd name="T58" fmla="*/ 401 w 556"/>
                  <a:gd name="T59" fmla="*/ 3513 h 4316"/>
                  <a:gd name="T60" fmla="*/ 467 w 556"/>
                  <a:gd name="T61" fmla="*/ 3225 h 4316"/>
                  <a:gd name="T62" fmla="*/ 515 w 556"/>
                  <a:gd name="T63" fmla="*/ 2931 h 4316"/>
                  <a:gd name="T64" fmla="*/ 544 w 556"/>
                  <a:gd name="T65" fmla="*/ 2632 h 4316"/>
                  <a:gd name="T66" fmla="*/ 556 w 556"/>
                  <a:gd name="T67" fmla="*/ 2326 h 4316"/>
                  <a:gd name="T68" fmla="*/ 556 w 556"/>
                  <a:gd name="T69" fmla="*/ 2020 h 4316"/>
                  <a:gd name="T70" fmla="*/ 556 w 556"/>
                  <a:gd name="T71" fmla="*/ 202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81260" name="Freeform 12"/>
              <p:cNvSpPr>
                <a:spLocks/>
              </p:cNvSpPr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>
                  <a:gd name="T0" fmla="*/ 688 w 688"/>
                  <a:gd name="T1" fmla="*/ 2086 h 4316"/>
                  <a:gd name="T2" fmla="*/ 670 w 688"/>
                  <a:gd name="T3" fmla="*/ 1810 h 4316"/>
                  <a:gd name="T4" fmla="*/ 634 w 688"/>
                  <a:gd name="T5" fmla="*/ 1541 h 4316"/>
                  <a:gd name="T6" fmla="*/ 574 w 688"/>
                  <a:gd name="T7" fmla="*/ 1271 h 4316"/>
                  <a:gd name="T8" fmla="*/ 497 w 688"/>
                  <a:gd name="T9" fmla="*/ 1007 h 4316"/>
                  <a:gd name="T10" fmla="*/ 401 w 688"/>
                  <a:gd name="T11" fmla="*/ 749 h 4316"/>
                  <a:gd name="T12" fmla="*/ 293 w 688"/>
                  <a:gd name="T13" fmla="*/ 492 h 4316"/>
                  <a:gd name="T14" fmla="*/ 162 w 688"/>
                  <a:gd name="T15" fmla="*/ 240 h 4316"/>
                  <a:gd name="T16" fmla="*/ 12 w 688"/>
                  <a:gd name="T17" fmla="*/ 0 h 4316"/>
                  <a:gd name="T18" fmla="*/ 0 w 688"/>
                  <a:gd name="T19" fmla="*/ 0 h 4316"/>
                  <a:gd name="T20" fmla="*/ 150 w 688"/>
                  <a:gd name="T21" fmla="*/ 240 h 4316"/>
                  <a:gd name="T22" fmla="*/ 281 w 688"/>
                  <a:gd name="T23" fmla="*/ 492 h 4316"/>
                  <a:gd name="T24" fmla="*/ 389 w 688"/>
                  <a:gd name="T25" fmla="*/ 749 h 4316"/>
                  <a:gd name="T26" fmla="*/ 485 w 688"/>
                  <a:gd name="T27" fmla="*/ 1007 h 4316"/>
                  <a:gd name="T28" fmla="*/ 562 w 688"/>
                  <a:gd name="T29" fmla="*/ 1271 h 4316"/>
                  <a:gd name="T30" fmla="*/ 622 w 688"/>
                  <a:gd name="T31" fmla="*/ 1541 h 4316"/>
                  <a:gd name="T32" fmla="*/ 658 w 688"/>
                  <a:gd name="T33" fmla="*/ 1810 h 4316"/>
                  <a:gd name="T34" fmla="*/ 676 w 688"/>
                  <a:gd name="T35" fmla="*/ 2086 h 4316"/>
                  <a:gd name="T36" fmla="*/ 676 w 688"/>
                  <a:gd name="T37" fmla="*/ 2368 h 4316"/>
                  <a:gd name="T38" fmla="*/ 658 w 688"/>
                  <a:gd name="T39" fmla="*/ 2650 h 4316"/>
                  <a:gd name="T40" fmla="*/ 616 w 688"/>
                  <a:gd name="T41" fmla="*/ 2931 h 4316"/>
                  <a:gd name="T42" fmla="*/ 556 w 688"/>
                  <a:gd name="T43" fmla="*/ 3213 h 4316"/>
                  <a:gd name="T44" fmla="*/ 473 w 688"/>
                  <a:gd name="T45" fmla="*/ 3495 h 4316"/>
                  <a:gd name="T46" fmla="*/ 371 w 688"/>
                  <a:gd name="T47" fmla="*/ 3777 h 4316"/>
                  <a:gd name="T48" fmla="*/ 251 w 688"/>
                  <a:gd name="T49" fmla="*/ 4046 h 4316"/>
                  <a:gd name="T50" fmla="*/ 114 w 688"/>
                  <a:gd name="T51" fmla="*/ 4316 h 4316"/>
                  <a:gd name="T52" fmla="*/ 126 w 688"/>
                  <a:gd name="T53" fmla="*/ 4316 h 4316"/>
                  <a:gd name="T54" fmla="*/ 263 w 688"/>
                  <a:gd name="T55" fmla="*/ 4046 h 4316"/>
                  <a:gd name="T56" fmla="*/ 383 w 688"/>
                  <a:gd name="T57" fmla="*/ 3777 h 4316"/>
                  <a:gd name="T58" fmla="*/ 485 w 688"/>
                  <a:gd name="T59" fmla="*/ 3495 h 4316"/>
                  <a:gd name="T60" fmla="*/ 568 w 688"/>
                  <a:gd name="T61" fmla="*/ 3219 h 4316"/>
                  <a:gd name="T62" fmla="*/ 628 w 688"/>
                  <a:gd name="T63" fmla="*/ 2937 h 4316"/>
                  <a:gd name="T64" fmla="*/ 670 w 688"/>
                  <a:gd name="T65" fmla="*/ 2656 h 4316"/>
                  <a:gd name="T66" fmla="*/ 688 w 688"/>
                  <a:gd name="T67" fmla="*/ 2368 h 4316"/>
                  <a:gd name="T68" fmla="*/ 688 w 688"/>
                  <a:gd name="T69" fmla="*/ 2086 h 4316"/>
                  <a:gd name="T70" fmla="*/ 688 w 688"/>
                  <a:gd name="T71" fmla="*/ 208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81261" name="Freeform 13"/>
              <p:cNvSpPr>
                <a:spLocks/>
              </p:cNvSpPr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>
                  <a:gd name="T0" fmla="*/ 855 w 861"/>
                  <a:gd name="T1" fmla="*/ 2128 h 4316"/>
                  <a:gd name="T2" fmla="*/ 831 w 861"/>
                  <a:gd name="T3" fmla="*/ 1834 h 4316"/>
                  <a:gd name="T4" fmla="*/ 808 w 861"/>
                  <a:gd name="T5" fmla="*/ 1684 h 4316"/>
                  <a:gd name="T6" fmla="*/ 784 w 861"/>
                  <a:gd name="T7" fmla="*/ 1541 h 4316"/>
                  <a:gd name="T8" fmla="*/ 748 w 861"/>
                  <a:gd name="T9" fmla="*/ 1397 h 4316"/>
                  <a:gd name="T10" fmla="*/ 712 w 861"/>
                  <a:gd name="T11" fmla="*/ 1253 h 4316"/>
                  <a:gd name="T12" fmla="*/ 664 w 861"/>
                  <a:gd name="T13" fmla="*/ 1115 h 4316"/>
                  <a:gd name="T14" fmla="*/ 610 w 861"/>
                  <a:gd name="T15" fmla="*/ 977 h 4316"/>
                  <a:gd name="T16" fmla="*/ 491 w 861"/>
                  <a:gd name="T17" fmla="*/ 719 h 4316"/>
                  <a:gd name="T18" fmla="*/ 353 w 861"/>
                  <a:gd name="T19" fmla="*/ 468 h 4316"/>
                  <a:gd name="T20" fmla="*/ 192 w 861"/>
                  <a:gd name="T21" fmla="*/ 228 h 4316"/>
                  <a:gd name="T22" fmla="*/ 12 w 861"/>
                  <a:gd name="T23" fmla="*/ 0 h 4316"/>
                  <a:gd name="T24" fmla="*/ 0 w 861"/>
                  <a:gd name="T25" fmla="*/ 0 h 4316"/>
                  <a:gd name="T26" fmla="*/ 180 w 861"/>
                  <a:gd name="T27" fmla="*/ 228 h 4316"/>
                  <a:gd name="T28" fmla="*/ 341 w 861"/>
                  <a:gd name="T29" fmla="*/ 468 h 4316"/>
                  <a:gd name="T30" fmla="*/ 479 w 861"/>
                  <a:gd name="T31" fmla="*/ 719 h 4316"/>
                  <a:gd name="T32" fmla="*/ 598 w 861"/>
                  <a:gd name="T33" fmla="*/ 983 h 4316"/>
                  <a:gd name="T34" fmla="*/ 652 w 861"/>
                  <a:gd name="T35" fmla="*/ 1121 h 4316"/>
                  <a:gd name="T36" fmla="*/ 700 w 861"/>
                  <a:gd name="T37" fmla="*/ 1259 h 4316"/>
                  <a:gd name="T38" fmla="*/ 736 w 861"/>
                  <a:gd name="T39" fmla="*/ 1403 h 4316"/>
                  <a:gd name="T40" fmla="*/ 772 w 861"/>
                  <a:gd name="T41" fmla="*/ 1547 h 4316"/>
                  <a:gd name="T42" fmla="*/ 802 w 861"/>
                  <a:gd name="T43" fmla="*/ 1690 h 4316"/>
                  <a:gd name="T44" fmla="*/ 819 w 861"/>
                  <a:gd name="T45" fmla="*/ 1834 h 4316"/>
                  <a:gd name="T46" fmla="*/ 837 w 861"/>
                  <a:gd name="T47" fmla="*/ 1984 h 4316"/>
                  <a:gd name="T48" fmla="*/ 843 w 861"/>
                  <a:gd name="T49" fmla="*/ 2128 h 4316"/>
                  <a:gd name="T50" fmla="*/ 849 w 861"/>
                  <a:gd name="T51" fmla="*/ 2278 h 4316"/>
                  <a:gd name="T52" fmla="*/ 843 w 861"/>
                  <a:gd name="T53" fmla="*/ 2428 h 4316"/>
                  <a:gd name="T54" fmla="*/ 831 w 861"/>
                  <a:gd name="T55" fmla="*/ 2572 h 4316"/>
                  <a:gd name="T56" fmla="*/ 819 w 861"/>
                  <a:gd name="T57" fmla="*/ 2721 h 4316"/>
                  <a:gd name="T58" fmla="*/ 796 w 861"/>
                  <a:gd name="T59" fmla="*/ 2865 h 4316"/>
                  <a:gd name="T60" fmla="*/ 766 w 861"/>
                  <a:gd name="T61" fmla="*/ 3015 h 4316"/>
                  <a:gd name="T62" fmla="*/ 724 w 861"/>
                  <a:gd name="T63" fmla="*/ 3159 h 4316"/>
                  <a:gd name="T64" fmla="*/ 682 w 861"/>
                  <a:gd name="T65" fmla="*/ 3303 h 4316"/>
                  <a:gd name="T66" fmla="*/ 586 w 861"/>
                  <a:gd name="T67" fmla="*/ 3567 h 4316"/>
                  <a:gd name="T68" fmla="*/ 473 w 861"/>
                  <a:gd name="T69" fmla="*/ 3824 h 4316"/>
                  <a:gd name="T70" fmla="*/ 335 w 861"/>
                  <a:gd name="T71" fmla="*/ 4076 h 4316"/>
                  <a:gd name="T72" fmla="*/ 180 w 861"/>
                  <a:gd name="T73" fmla="*/ 4316 h 4316"/>
                  <a:gd name="T74" fmla="*/ 192 w 861"/>
                  <a:gd name="T75" fmla="*/ 4316 h 4316"/>
                  <a:gd name="T76" fmla="*/ 347 w 861"/>
                  <a:gd name="T77" fmla="*/ 4076 h 4316"/>
                  <a:gd name="T78" fmla="*/ 485 w 861"/>
                  <a:gd name="T79" fmla="*/ 3824 h 4316"/>
                  <a:gd name="T80" fmla="*/ 598 w 861"/>
                  <a:gd name="T81" fmla="*/ 3573 h 4316"/>
                  <a:gd name="T82" fmla="*/ 694 w 861"/>
                  <a:gd name="T83" fmla="*/ 3309 h 4316"/>
                  <a:gd name="T84" fmla="*/ 736 w 861"/>
                  <a:gd name="T85" fmla="*/ 3165 h 4316"/>
                  <a:gd name="T86" fmla="*/ 778 w 861"/>
                  <a:gd name="T87" fmla="*/ 3021 h 4316"/>
                  <a:gd name="T88" fmla="*/ 808 w 861"/>
                  <a:gd name="T89" fmla="*/ 2871 h 4316"/>
                  <a:gd name="T90" fmla="*/ 831 w 861"/>
                  <a:gd name="T91" fmla="*/ 2727 h 4316"/>
                  <a:gd name="T92" fmla="*/ 843 w 861"/>
                  <a:gd name="T93" fmla="*/ 2578 h 4316"/>
                  <a:gd name="T94" fmla="*/ 855 w 861"/>
                  <a:gd name="T95" fmla="*/ 2428 h 4316"/>
                  <a:gd name="T96" fmla="*/ 861 w 861"/>
                  <a:gd name="T97" fmla="*/ 2278 h 4316"/>
                  <a:gd name="T98" fmla="*/ 855 w 861"/>
                  <a:gd name="T99" fmla="*/ 2128 h 4316"/>
                  <a:gd name="T100" fmla="*/ 855 w 861"/>
                  <a:gd name="T101" fmla="*/ 212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81262" name="Freeform 14"/>
              <p:cNvSpPr>
                <a:spLocks/>
              </p:cNvSpPr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>
                  <a:gd name="T0" fmla="*/ 18 w 149"/>
                  <a:gd name="T1" fmla="*/ 1942 h 4316"/>
                  <a:gd name="T2" fmla="*/ 30 w 149"/>
                  <a:gd name="T3" fmla="*/ 1630 h 4316"/>
                  <a:gd name="T4" fmla="*/ 42 w 149"/>
                  <a:gd name="T5" fmla="*/ 1331 h 4316"/>
                  <a:gd name="T6" fmla="*/ 59 w 149"/>
                  <a:gd name="T7" fmla="*/ 1055 h 4316"/>
                  <a:gd name="T8" fmla="*/ 77 w 149"/>
                  <a:gd name="T9" fmla="*/ 791 h 4316"/>
                  <a:gd name="T10" fmla="*/ 83 w 149"/>
                  <a:gd name="T11" fmla="*/ 671 h 4316"/>
                  <a:gd name="T12" fmla="*/ 95 w 149"/>
                  <a:gd name="T13" fmla="*/ 557 h 4316"/>
                  <a:gd name="T14" fmla="*/ 107 w 149"/>
                  <a:gd name="T15" fmla="*/ 444 h 4316"/>
                  <a:gd name="T16" fmla="*/ 113 w 149"/>
                  <a:gd name="T17" fmla="*/ 342 h 4316"/>
                  <a:gd name="T18" fmla="*/ 125 w 149"/>
                  <a:gd name="T19" fmla="*/ 246 h 4316"/>
                  <a:gd name="T20" fmla="*/ 131 w 149"/>
                  <a:gd name="T21" fmla="*/ 156 h 4316"/>
                  <a:gd name="T22" fmla="*/ 143 w 149"/>
                  <a:gd name="T23" fmla="*/ 72 h 4316"/>
                  <a:gd name="T24" fmla="*/ 149 w 149"/>
                  <a:gd name="T25" fmla="*/ 0 h 4316"/>
                  <a:gd name="T26" fmla="*/ 137 w 149"/>
                  <a:gd name="T27" fmla="*/ 0 h 4316"/>
                  <a:gd name="T28" fmla="*/ 131 w 149"/>
                  <a:gd name="T29" fmla="*/ 72 h 4316"/>
                  <a:gd name="T30" fmla="*/ 119 w 149"/>
                  <a:gd name="T31" fmla="*/ 156 h 4316"/>
                  <a:gd name="T32" fmla="*/ 113 w 149"/>
                  <a:gd name="T33" fmla="*/ 246 h 4316"/>
                  <a:gd name="T34" fmla="*/ 101 w 149"/>
                  <a:gd name="T35" fmla="*/ 342 h 4316"/>
                  <a:gd name="T36" fmla="*/ 95 w 149"/>
                  <a:gd name="T37" fmla="*/ 444 h 4316"/>
                  <a:gd name="T38" fmla="*/ 83 w 149"/>
                  <a:gd name="T39" fmla="*/ 557 h 4316"/>
                  <a:gd name="T40" fmla="*/ 71 w 149"/>
                  <a:gd name="T41" fmla="*/ 671 h 4316"/>
                  <a:gd name="T42" fmla="*/ 65 w 149"/>
                  <a:gd name="T43" fmla="*/ 791 h 4316"/>
                  <a:gd name="T44" fmla="*/ 48 w 149"/>
                  <a:gd name="T45" fmla="*/ 1055 h 4316"/>
                  <a:gd name="T46" fmla="*/ 30 w 149"/>
                  <a:gd name="T47" fmla="*/ 1331 h 4316"/>
                  <a:gd name="T48" fmla="*/ 18 w 149"/>
                  <a:gd name="T49" fmla="*/ 1630 h 4316"/>
                  <a:gd name="T50" fmla="*/ 6 w 149"/>
                  <a:gd name="T51" fmla="*/ 1942 h 4316"/>
                  <a:gd name="T52" fmla="*/ 0 w 149"/>
                  <a:gd name="T53" fmla="*/ 2278 h 4316"/>
                  <a:gd name="T54" fmla="*/ 6 w 149"/>
                  <a:gd name="T55" fmla="*/ 2602 h 4316"/>
                  <a:gd name="T56" fmla="*/ 12 w 149"/>
                  <a:gd name="T57" fmla="*/ 2919 h 4316"/>
                  <a:gd name="T58" fmla="*/ 24 w 149"/>
                  <a:gd name="T59" fmla="*/ 3219 h 4316"/>
                  <a:gd name="T60" fmla="*/ 36 w 149"/>
                  <a:gd name="T61" fmla="*/ 3513 h 4316"/>
                  <a:gd name="T62" fmla="*/ 59 w 149"/>
                  <a:gd name="T63" fmla="*/ 3794 h 4316"/>
                  <a:gd name="T64" fmla="*/ 89 w 149"/>
                  <a:gd name="T65" fmla="*/ 4058 h 4316"/>
                  <a:gd name="T66" fmla="*/ 125 w 149"/>
                  <a:gd name="T67" fmla="*/ 4316 h 4316"/>
                  <a:gd name="T68" fmla="*/ 137 w 149"/>
                  <a:gd name="T69" fmla="*/ 4316 h 4316"/>
                  <a:gd name="T70" fmla="*/ 101 w 149"/>
                  <a:gd name="T71" fmla="*/ 4058 h 4316"/>
                  <a:gd name="T72" fmla="*/ 71 w 149"/>
                  <a:gd name="T73" fmla="*/ 3794 h 4316"/>
                  <a:gd name="T74" fmla="*/ 48 w 149"/>
                  <a:gd name="T75" fmla="*/ 3513 h 4316"/>
                  <a:gd name="T76" fmla="*/ 36 w 149"/>
                  <a:gd name="T77" fmla="*/ 3225 h 4316"/>
                  <a:gd name="T78" fmla="*/ 24 w 149"/>
                  <a:gd name="T79" fmla="*/ 2919 h 4316"/>
                  <a:gd name="T80" fmla="*/ 18 w 149"/>
                  <a:gd name="T81" fmla="*/ 2608 h 4316"/>
                  <a:gd name="T82" fmla="*/ 12 w 149"/>
                  <a:gd name="T83" fmla="*/ 2278 h 4316"/>
                  <a:gd name="T84" fmla="*/ 18 w 149"/>
                  <a:gd name="T85" fmla="*/ 1942 h 4316"/>
                  <a:gd name="T86" fmla="*/ 18 w 149"/>
                  <a:gd name="T87" fmla="*/ 194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81263" name="Freeform 15"/>
              <p:cNvSpPr>
                <a:spLocks/>
              </p:cNvSpPr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>
                  <a:gd name="T0" fmla="*/ 18 w 299"/>
                  <a:gd name="T1" fmla="*/ 2062 h 4316"/>
                  <a:gd name="T2" fmla="*/ 30 w 299"/>
                  <a:gd name="T3" fmla="*/ 1750 h 4316"/>
                  <a:gd name="T4" fmla="*/ 54 w 299"/>
                  <a:gd name="T5" fmla="*/ 1451 h 4316"/>
                  <a:gd name="T6" fmla="*/ 84 w 299"/>
                  <a:gd name="T7" fmla="*/ 1169 h 4316"/>
                  <a:gd name="T8" fmla="*/ 126 w 299"/>
                  <a:gd name="T9" fmla="*/ 899 h 4316"/>
                  <a:gd name="T10" fmla="*/ 162 w 299"/>
                  <a:gd name="T11" fmla="*/ 641 h 4316"/>
                  <a:gd name="T12" fmla="*/ 209 w 299"/>
                  <a:gd name="T13" fmla="*/ 408 h 4316"/>
                  <a:gd name="T14" fmla="*/ 251 w 299"/>
                  <a:gd name="T15" fmla="*/ 192 h 4316"/>
                  <a:gd name="T16" fmla="*/ 299 w 299"/>
                  <a:gd name="T17" fmla="*/ 0 h 4316"/>
                  <a:gd name="T18" fmla="*/ 287 w 299"/>
                  <a:gd name="T19" fmla="*/ 0 h 4316"/>
                  <a:gd name="T20" fmla="*/ 239 w 299"/>
                  <a:gd name="T21" fmla="*/ 192 h 4316"/>
                  <a:gd name="T22" fmla="*/ 198 w 299"/>
                  <a:gd name="T23" fmla="*/ 408 h 4316"/>
                  <a:gd name="T24" fmla="*/ 156 w 299"/>
                  <a:gd name="T25" fmla="*/ 641 h 4316"/>
                  <a:gd name="T26" fmla="*/ 114 w 299"/>
                  <a:gd name="T27" fmla="*/ 899 h 4316"/>
                  <a:gd name="T28" fmla="*/ 78 w 299"/>
                  <a:gd name="T29" fmla="*/ 1169 h 4316"/>
                  <a:gd name="T30" fmla="*/ 48 w 299"/>
                  <a:gd name="T31" fmla="*/ 1451 h 4316"/>
                  <a:gd name="T32" fmla="*/ 24 w 299"/>
                  <a:gd name="T33" fmla="*/ 1750 h 4316"/>
                  <a:gd name="T34" fmla="*/ 6 w 299"/>
                  <a:gd name="T35" fmla="*/ 2062 h 4316"/>
                  <a:gd name="T36" fmla="*/ 0 w 299"/>
                  <a:gd name="T37" fmla="*/ 2374 h 4316"/>
                  <a:gd name="T38" fmla="*/ 12 w 299"/>
                  <a:gd name="T39" fmla="*/ 2674 h 4316"/>
                  <a:gd name="T40" fmla="*/ 30 w 299"/>
                  <a:gd name="T41" fmla="*/ 2973 h 4316"/>
                  <a:gd name="T42" fmla="*/ 54 w 299"/>
                  <a:gd name="T43" fmla="*/ 3255 h 4316"/>
                  <a:gd name="T44" fmla="*/ 96 w 299"/>
                  <a:gd name="T45" fmla="*/ 3537 h 4316"/>
                  <a:gd name="T46" fmla="*/ 144 w 299"/>
                  <a:gd name="T47" fmla="*/ 3806 h 4316"/>
                  <a:gd name="T48" fmla="*/ 203 w 299"/>
                  <a:gd name="T49" fmla="*/ 4064 h 4316"/>
                  <a:gd name="T50" fmla="*/ 275 w 299"/>
                  <a:gd name="T51" fmla="*/ 4316 h 4316"/>
                  <a:gd name="T52" fmla="*/ 287 w 299"/>
                  <a:gd name="T53" fmla="*/ 4316 h 4316"/>
                  <a:gd name="T54" fmla="*/ 215 w 299"/>
                  <a:gd name="T55" fmla="*/ 4064 h 4316"/>
                  <a:gd name="T56" fmla="*/ 156 w 299"/>
                  <a:gd name="T57" fmla="*/ 3806 h 4316"/>
                  <a:gd name="T58" fmla="*/ 108 w 299"/>
                  <a:gd name="T59" fmla="*/ 3537 h 4316"/>
                  <a:gd name="T60" fmla="*/ 66 w 299"/>
                  <a:gd name="T61" fmla="*/ 3261 h 4316"/>
                  <a:gd name="T62" fmla="*/ 42 w 299"/>
                  <a:gd name="T63" fmla="*/ 2973 h 4316"/>
                  <a:gd name="T64" fmla="*/ 24 w 299"/>
                  <a:gd name="T65" fmla="*/ 2680 h 4316"/>
                  <a:gd name="T66" fmla="*/ 12 w 299"/>
                  <a:gd name="T67" fmla="*/ 2374 h 4316"/>
                  <a:gd name="T68" fmla="*/ 18 w 299"/>
                  <a:gd name="T69" fmla="*/ 2062 h 4316"/>
                  <a:gd name="T70" fmla="*/ 18 w 299"/>
                  <a:gd name="T71" fmla="*/ 206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81264" name="Freeform 16"/>
              <p:cNvSpPr>
                <a:spLocks/>
              </p:cNvSpPr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>
                  <a:gd name="T0" fmla="*/ 424 w 424"/>
                  <a:gd name="T1" fmla="*/ 0 h 4316"/>
                  <a:gd name="T2" fmla="*/ 412 w 424"/>
                  <a:gd name="T3" fmla="*/ 0 h 4316"/>
                  <a:gd name="T4" fmla="*/ 316 w 424"/>
                  <a:gd name="T5" fmla="*/ 222 h 4316"/>
                  <a:gd name="T6" fmla="*/ 239 w 424"/>
                  <a:gd name="T7" fmla="*/ 462 h 4316"/>
                  <a:gd name="T8" fmla="*/ 167 w 424"/>
                  <a:gd name="T9" fmla="*/ 707 h 4316"/>
                  <a:gd name="T10" fmla="*/ 107 w 424"/>
                  <a:gd name="T11" fmla="*/ 971 h 4316"/>
                  <a:gd name="T12" fmla="*/ 65 w 424"/>
                  <a:gd name="T13" fmla="*/ 1247 h 4316"/>
                  <a:gd name="T14" fmla="*/ 29 w 424"/>
                  <a:gd name="T15" fmla="*/ 1529 h 4316"/>
                  <a:gd name="T16" fmla="*/ 6 w 424"/>
                  <a:gd name="T17" fmla="*/ 1822 h 4316"/>
                  <a:gd name="T18" fmla="*/ 0 w 424"/>
                  <a:gd name="T19" fmla="*/ 2122 h 4316"/>
                  <a:gd name="T20" fmla="*/ 6 w 424"/>
                  <a:gd name="T21" fmla="*/ 2404 h 4316"/>
                  <a:gd name="T22" fmla="*/ 24 w 424"/>
                  <a:gd name="T23" fmla="*/ 2686 h 4316"/>
                  <a:gd name="T24" fmla="*/ 47 w 424"/>
                  <a:gd name="T25" fmla="*/ 2961 h 4316"/>
                  <a:gd name="T26" fmla="*/ 89 w 424"/>
                  <a:gd name="T27" fmla="*/ 3243 h 4316"/>
                  <a:gd name="T28" fmla="*/ 137 w 424"/>
                  <a:gd name="T29" fmla="*/ 3519 h 4316"/>
                  <a:gd name="T30" fmla="*/ 197 w 424"/>
                  <a:gd name="T31" fmla="*/ 3788 h 4316"/>
                  <a:gd name="T32" fmla="*/ 269 w 424"/>
                  <a:gd name="T33" fmla="*/ 4058 h 4316"/>
                  <a:gd name="T34" fmla="*/ 346 w 424"/>
                  <a:gd name="T35" fmla="*/ 4316 h 4316"/>
                  <a:gd name="T36" fmla="*/ 358 w 424"/>
                  <a:gd name="T37" fmla="*/ 4316 h 4316"/>
                  <a:gd name="T38" fmla="*/ 281 w 424"/>
                  <a:gd name="T39" fmla="*/ 4058 h 4316"/>
                  <a:gd name="T40" fmla="*/ 209 w 424"/>
                  <a:gd name="T41" fmla="*/ 3788 h 4316"/>
                  <a:gd name="T42" fmla="*/ 149 w 424"/>
                  <a:gd name="T43" fmla="*/ 3519 h 4316"/>
                  <a:gd name="T44" fmla="*/ 101 w 424"/>
                  <a:gd name="T45" fmla="*/ 3243 h 4316"/>
                  <a:gd name="T46" fmla="*/ 59 w 424"/>
                  <a:gd name="T47" fmla="*/ 2961 h 4316"/>
                  <a:gd name="T48" fmla="*/ 35 w 424"/>
                  <a:gd name="T49" fmla="*/ 2686 h 4316"/>
                  <a:gd name="T50" fmla="*/ 18 w 424"/>
                  <a:gd name="T51" fmla="*/ 2404 h 4316"/>
                  <a:gd name="T52" fmla="*/ 12 w 424"/>
                  <a:gd name="T53" fmla="*/ 2122 h 4316"/>
                  <a:gd name="T54" fmla="*/ 18 w 424"/>
                  <a:gd name="T55" fmla="*/ 1822 h 4316"/>
                  <a:gd name="T56" fmla="*/ 41 w 424"/>
                  <a:gd name="T57" fmla="*/ 1529 h 4316"/>
                  <a:gd name="T58" fmla="*/ 71 w 424"/>
                  <a:gd name="T59" fmla="*/ 1247 h 4316"/>
                  <a:gd name="T60" fmla="*/ 119 w 424"/>
                  <a:gd name="T61" fmla="*/ 971 h 4316"/>
                  <a:gd name="T62" fmla="*/ 179 w 424"/>
                  <a:gd name="T63" fmla="*/ 707 h 4316"/>
                  <a:gd name="T64" fmla="*/ 245 w 424"/>
                  <a:gd name="T65" fmla="*/ 462 h 4316"/>
                  <a:gd name="T66" fmla="*/ 328 w 424"/>
                  <a:gd name="T67" fmla="*/ 222 h 4316"/>
                  <a:gd name="T68" fmla="*/ 424 w 424"/>
                  <a:gd name="T69" fmla="*/ 0 h 4316"/>
                  <a:gd name="T70" fmla="*/ 424 w 424"/>
                  <a:gd name="T7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81265" name="Freeform 17"/>
              <p:cNvSpPr>
                <a:spLocks/>
              </p:cNvSpPr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>
                  <a:gd name="T0" fmla="*/ 12 w 574"/>
                  <a:gd name="T1" fmla="*/ 2146 h 4316"/>
                  <a:gd name="T2" fmla="*/ 24 w 574"/>
                  <a:gd name="T3" fmla="*/ 1846 h 4316"/>
                  <a:gd name="T4" fmla="*/ 54 w 574"/>
                  <a:gd name="T5" fmla="*/ 1559 h 4316"/>
                  <a:gd name="T6" fmla="*/ 96 w 574"/>
                  <a:gd name="T7" fmla="*/ 1277 h 4316"/>
                  <a:gd name="T8" fmla="*/ 162 w 574"/>
                  <a:gd name="T9" fmla="*/ 1001 h 4316"/>
                  <a:gd name="T10" fmla="*/ 239 w 574"/>
                  <a:gd name="T11" fmla="*/ 731 h 4316"/>
                  <a:gd name="T12" fmla="*/ 335 w 574"/>
                  <a:gd name="T13" fmla="*/ 480 h 4316"/>
                  <a:gd name="T14" fmla="*/ 449 w 574"/>
                  <a:gd name="T15" fmla="*/ 234 h 4316"/>
                  <a:gd name="T16" fmla="*/ 574 w 574"/>
                  <a:gd name="T17" fmla="*/ 0 h 4316"/>
                  <a:gd name="T18" fmla="*/ 562 w 574"/>
                  <a:gd name="T19" fmla="*/ 0 h 4316"/>
                  <a:gd name="T20" fmla="*/ 437 w 574"/>
                  <a:gd name="T21" fmla="*/ 234 h 4316"/>
                  <a:gd name="T22" fmla="*/ 323 w 574"/>
                  <a:gd name="T23" fmla="*/ 480 h 4316"/>
                  <a:gd name="T24" fmla="*/ 227 w 574"/>
                  <a:gd name="T25" fmla="*/ 737 h 4316"/>
                  <a:gd name="T26" fmla="*/ 150 w 574"/>
                  <a:gd name="T27" fmla="*/ 1001 h 4316"/>
                  <a:gd name="T28" fmla="*/ 84 w 574"/>
                  <a:gd name="T29" fmla="*/ 1277 h 4316"/>
                  <a:gd name="T30" fmla="*/ 42 w 574"/>
                  <a:gd name="T31" fmla="*/ 1559 h 4316"/>
                  <a:gd name="T32" fmla="*/ 12 w 574"/>
                  <a:gd name="T33" fmla="*/ 1852 h 4316"/>
                  <a:gd name="T34" fmla="*/ 0 w 574"/>
                  <a:gd name="T35" fmla="*/ 2146 h 4316"/>
                  <a:gd name="T36" fmla="*/ 6 w 574"/>
                  <a:gd name="T37" fmla="*/ 2434 h 4316"/>
                  <a:gd name="T38" fmla="*/ 30 w 574"/>
                  <a:gd name="T39" fmla="*/ 2715 h 4316"/>
                  <a:gd name="T40" fmla="*/ 66 w 574"/>
                  <a:gd name="T41" fmla="*/ 2997 h 4316"/>
                  <a:gd name="T42" fmla="*/ 120 w 574"/>
                  <a:gd name="T43" fmla="*/ 3273 h 4316"/>
                  <a:gd name="T44" fmla="*/ 191 w 574"/>
                  <a:gd name="T45" fmla="*/ 3549 h 4316"/>
                  <a:gd name="T46" fmla="*/ 275 w 574"/>
                  <a:gd name="T47" fmla="*/ 3812 h 4316"/>
                  <a:gd name="T48" fmla="*/ 371 w 574"/>
                  <a:gd name="T49" fmla="*/ 4070 h 4316"/>
                  <a:gd name="T50" fmla="*/ 484 w 574"/>
                  <a:gd name="T51" fmla="*/ 4316 h 4316"/>
                  <a:gd name="T52" fmla="*/ 496 w 574"/>
                  <a:gd name="T53" fmla="*/ 4316 h 4316"/>
                  <a:gd name="T54" fmla="*/ 383 w 574"/>
                  <a:gd name="T55" fmla="*/ 4070 h 4316"/>
                  <a:gd name="T56" fmla="*/ 287 w 574"/>
                  <a:gd name="T57" fmla="*/ 3812 h 4316"/>
                  <a:gd name="T58" fmla="*/ 203 w 574"/>
                  <a:gd name="T59" fmla="*/ 3549 h 4316"/>
                  <a:gd name="T60" fmla="*/ 132 w 574"/>
                  <a:gd name="T61" fmla="*/ 3273 h 4316"/>
                  <a:gd name="T62" fmla="*/ 78 w 574"/>
                  <a:gd name="T63" fmla="*/ 2997 h 4316"/>
                  <a:gd name="T64" fmla="*/ 42 w 574"/>
                  <a:gd name="T65" fmla="*/ 2715 h 4316"/>
                  <a:gd name="T66" fmla="*/ 18 w 574"/>
                  <a:gd name="T67" fmla="*/ 2434 h 4316"/>
                  <a:gd name="T68" fmla="*/ 12 w 574"/>
                  <a:gd name="T69" fmla="*/ 2146 h 4316"/>
                  <a:gd name="T70" fmla="*/ 12 w 574"/>
                  <a:gd name="T71" fmla="*/ 214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81266" name="Freeform 18"/>
              <p:cNvSpPr>
                <a:spLocks/>
              </p:cNvSpPr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>
                  <a:gd name="T0" fmla="*/ 12 w 735"/>
                  <a:gd name="T1" fmla="*/ 2098 h 4316"/>
                  <a:gd name="T2" fmla="*/ 29 w 735"/>
                  <a:gd name="T3" fmla="*/ 1798 h 4316"/>
                  <a:gd name="T4" fmla="*/ 71 w 735"/>
                  <a:gd name="T5" fmla="*/ 1505 h 4316"/>
                  <a:gd name="T6" fmla="*/ 131 w 735"/>
                  <a:gd name="T7" fmla="*/ 1223 h 4316"/>
                  <a:gd name="T8" fmla="*/ 215 w 735"/>
                  <a:gd name="T9" fmla="*/ 941 h 4316"/>
                  <a:gd name="T10" fmla="*/ 316 w 735"/>
                  <a:gd name="T11" fmla="*/ 689 h 4316"/>
                  <a:gd name="T12" fmla="*/ 442 w 735"/>
                  <a:gd name="T13" fmla="*/ 444 h 4316"/>
                  <a:gd name="T14" fmla="*/ 580 w 735"/>
                  <a:gd name="T15" fmla="*/ 216 h 4316"/>
                  <a:gd name="T16" fmla="*/ 735 w 735"/>
                  <a:gd name="T17" fmla="*/ 0 h 4316"/>
                  <a:gd name="T18" fmla="*/ 723 w 735"/>
                  <a:gd name="T19" fmla="*/ 0 h 4316"/>
                  <a:gd name="T20" fmla="*/ 568 w 735"/>
                  <a:gd name="T21" fmla="*/ 210 h 4316"/>
                  <a:gd name="T22" fmla="*/ 430 w 735"/>
                  <a:gd name="T23" fmla="*/ 438 h 4316"/>
                  <a:gd name="T24" fmla="*/ 311 w 735"/>
                  <a:gd name="T25" fmla="*/ 683 h 4316"/>
                  <a:gd name="T26" fmla="*/ 209 w 735"/>
                  <a:gd name="T27" fmla="*/ 941 h 4316"/>
                  <a:gd name="T28" fmla="*/ 125 w 735"/>
                  <a:gd name="T29" fmla="*/ 1217 h 4316"/>
                  <a:gd name="T30" fmla="*/ 59 w 735"/>
                  <a:gd name="T31" fmla="*/ 1505 h 4316"/>
                  <a:gd name="T32" fmla="*/ 18 w 735"/>
                  <a:gd name="T33" fmla="*/ 1798 h 4316"/>
                  <a:gd name="T34" fmla="*/ 0 w 735"/>
                  <a:gd name="T35" fmla="*/ 2098 h 4316"/>
                  <a:gd name="T36" fmla="*/ 6 w 735"/>
                  <a:gd name="T37" fmla="*/ 2404 h 4316"/>
                  <a:gd name="T38" fmla="*/ 29 w 735"/>
                  <a:gd name="T39" fmla="*/ 2709 h 4316"/>
                  <a:gd name="T40" fmla="*/ 77 w 735"/>
                  <a:gd name="T41" fmla="*/ 3015 h 4316"/>
                  <a:gd name="T42" fmla="*/ 149 w 735"/>
                  <a:gd name="T43" fmla="*/ 3315 h 4316"/>
                  <a:gd name="T44" fmla="*/ 227 w 735"/>
                  <a:gd name="T45" fmla="*/ 3573 h 4316"/>
                  <a:gd name="T46" fmla="*/ 316 w 735"/>
                  <a:gd name="T47" fmla="*/ 3824 h 4316"/>
                  <a:gd name="T48" fmla="*/ 424 w 735"/>
                  <a:gd name="T49" fmla="*/ 4076 h 4316"/>
                  <a:gd name="T50" fmla="*/ 544 w 735"/>
                  <a:gd name="T51" fmla="*/ 4316 h 4316"/>
                  <a:gd name="T52" fmla="*/ 556 w 735"/>
                  <a:gd name="T53" fmla="*/ 4316 h 4316"/>
                  <a:gd name="T54" fmla="*/ 436 w 735"/>
                  <a:gd name="T55" fmla="*/ 4076 h 4316"/>
                  <a:gd name="T56" fmla="*/ 328 w 735"/>
                  <a:gd name="T57" fmla="*/ 3824 h 4316"/>
                  <a:gd name="T58" fmla="*/ 239 w 735"/>
                  <a:gd name="T59" fmla="*/ 3573 h 4316"/>
                  <a:gd name="T60" fmla="*/ 161 w 735"/>
                  <a:gd name="T61" fmla="*/ 3315 h 4316"/>
                  <a:gd name="T62" fmla="*/ 89 w 735"/>
                  <a:gd name="T63" fmla="*/ 3015 h 4316"/>
                  <a:gd name="T64" fmla="*/ 41 w 735"/>
                  <a:gd name="T65" fmla="*/ 2709 h 4316"/>
                  <a:gd name="T66" fmla="*/ 18 w 735"/>
                  <a:gd name="T67" fmla="*/ 2404 h 4316"/>
                  <a:gd name="T68" fmla="*/ 12 w 735"/>
                  <a:gd name="T69" fmla="*/ 2098 h 4316"/>
                  <a:gd name="T70" fmla="*/ 12 w 735"/>
                  <a:gd name="T71" fmla="*/ 209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81267" name="Freeform 19"/>
              <p:cNvSpPr>
                <a:spLocks/>
              </p:cNvSpPr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>
                  <a:gd name="T0" fmla="*/ 18 w 837"/>
                  <a:gd name="T1" fmla="*/ 1948 h 4316"/>
                  <a:gd name="T2" fmla="*/ 48 w 837"/>
                  <a:gd name="T3" fmla="*/ 1708 h 4316"/>
                  <a:gd name="T4" fmla="*/ 96 w 837"/>
                  <a:gd name="T5" fmla="*/ 1475 h 4316"/>
                  <a:gd name="T6" fmla="*/ 161 w 837"/>
                  <a:gd name="T7" fmla="*/ 1235 h 4316"/>
                  <a:gd name="T8" fmla="*/ 251 w 837"/>
                  <a:gd name="T9" fmla="*/ 995 h 4316"/>
                  <a:gd name="T10" fmla="*/ 365 w 837"/>
                  <a:gd name="T11" fmla="*/ 755 h 4316"/>
                  <a:gd name="T12" fmla="*/ 496 w 837"/>
                  <a:gd name="T13" fmla="*/ 510 h 4316"/>
                  <a:gd name="T14" fmla="*/ 658 w 837"/>
                  <a:gd name="T15" fmla="*/ 258 h 4316"/>
                  <a:gd name="T16" fmla="*/ 741 w 837"/>
                  <a:gd name="T17" fmla="*/ 132 h 4316"/>
                  <a:gd name="T18" fmla="*/ 837 w 837"/>
                  <a:gd name="T19" fmla="*/ 0 h 4316"/>
                  <a:gd name="T20" fmla="*/ 825 w 837"/>
                  <a:gd name="T21" fmla="*/ 0 h 4316"/>
                  <a:gd name="T22" fmla="*/ 729 w 837"/>
                  <a:gd name="T23" fmla="*/ 132 h 4316"/>
                  <a:gd name="T24" fmla="*/ 640 w 837"/>
                  <a:gd name="T25" fmla="*/ 258 h 4316"/>
                  <a:gd name="T26" fmla="*/ 562 w 837"/>
                  <a:gd name="T27" fmla="*/ 384 h 4316"/>
                  <a:gd name="T28" fmla="*/ 484 w 837"/>
                  <a:gd name="T29" fmla="*/ 510 h 4316"/>
                  <a:gd name="T30" fmla="*/ 353 w 837"/>
                  <a:gd name="T31" fmla="*/ 755 h 4316"/>
                  <a:gd name="T32" fmla="*/ 239 w 837"/>
                  <a:gd name="T33" fmla="*/ 995 h 4316"/>
                  <a:gd name="T34" fmla="*/ 150 w 837"/>
                  <a:gd name="T35" fmla="*/ 1235 h 4316"/>
                  <a:gd name="T36" fmla="*/ 84 w 837"/>
                  <a:gd name="T37" fmla="*/ 1469 h 4316"/>
                  <a:gd name="T38" fmla="*/ 36 w 837"/>
                  <a:gd name="T39" fmla="*/ 1702 h 4316"/>
                  <a:gd name="T40" fmla="*/ 6 w 837"/>
                  <a:gd name="T41" fmla="*/ 1942 h 4316"/>
                  <a:gd name="T42" fmla="*/ 0 w 837"/>
                  <a:gd name="T43" fmla="*/ 2200 h 4316"/>
                  <a:gd name="T44" fmla="*/ 12 w 837"/>
                  <a:gd name="T45" fmla="*/ 2470 h 4316"/>
                  <a:gd name="T46" fmla="*/ 48 w 837"/>
                  <a:gd name="T47" fmla="*/ 2739 h 4316"/>
                  <a:gd name="T48" fmla="*/ 114 w 837"/>
                  <a:gd name="T49" fmla="*/ 3027 h 4316"/>
                  <a:gd name="T50" fmla="*/ 150 w 837"/>
                  <a:gd name="T51" fmla="*/ 3171 h 4316"/>
                  <a:gd name="T52" fmla="*/ 197 w 837"/>
                  <a:gd name="T53" fmla="*/ 3321 h 4316"/>
                  <a:gd name="T54" fmla="*/ 245 w 837"/>
                  <a:gd name="T55" fmla="*/ 3477 h 4316"/>
                  <a:gd name="T56" fmla="*/ 305 w 837"/>
                  <a:gd name="T57" fmla="*/ 3639 h 4316"/>
                  <a:gd name="T58" fmla="*/ 365 w 837"/>
                  <a:gd name="T59" fmla="*/ 3800 h 4316"/>
                  <a:gd name="T60" fmla="*/ 437 w 837"/>
                  <a:gd name="T61" fmla="*/ 3968 h 4316"/>
                  <a:gd name="T62" fmla="*/ 508 w 837"/>
                  <a:gd name="T63" fmla="*/ 4136 h 4316"/>
                  <a:gd name="T64" fmla="*/ 592 w 837"/>
                  <a:gd name="T65" fmla="*/ 4316 h 4316"/>
                  <a:gd name="T66" fmla="*/ 604 w 837"/>
                  <a:gd name="T67" fmla="*/ 4316 h 4316"/>
                  <a:gd name="T68" fmla="*/ 520 w 837"/>
                  <a:gd name="T69" fmla="*/ 4136 h 4316"/>
                  <a:gd name="T70" fmla="*/ 448 w 837"/>
                  <a:gd name="T71" fmla="*/ 3968 h 4316"/>
                  <a:gd name="T72" fmla="*/ 377 w 837"/>
                  <a:gd name="T73" fmla="*/ 3800 h 4316"/>
                  <a:gd name="T74" fmla="*/ 317 w 837"/>
                  <a:gd name="T75" fmla="*/ 3639 h 4316"/>
                  <a:gd name="T76" fmla="*/ 257 w 837"/>
                  <a:gd name="T77" fmla="*/ 3477 h 4316"/>
                  <a:gd name="T78" fmla="*/ 209 w 837"/>
                  <a:gd name="T79" fmla="*/ 3327 h 4316"/>
                  <a:gd name="T80" fmla="*/ 161 w 837"/>
                  <a:gd name="T81" fmla="*/ 3171 h 4316"/>
                  <a:gd name="T82" fmla="*/ 126 w 837"/>
                  <a:gd name="T83" fmla="*/ 3027 h 4316"/>
                  <a:gd name="T84" fmla="*/ 60 w 837"/>
                  <a:gd name="T85" fmla="*/ 2739 h 4316"/>
                  <a:gd name="T86" fmla="*/ 24 w 837"/>
                  <a:gd name="T87" fmla="*/ 2470 h 4316"/>
                  <a:gd name="T88" fmla="*/ 12 w 837"/>
                  <a:gd name="T89" fmla="*/ 2206 h 4316"/>
                  <a:gd name="T90" fmla="*/ 18 w 837"/>
                  <a:gd name="T91" fmla="*/ 1948 h 4316"/>
                  <a:gd name="T92" fmla="*/ 18 w 837"/>
                  <a:gd name="T93" fmla="*/ 194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</p:grpSp>
        <p:sp>
          <p:nvSpPr>
            <p:cNvPr id="181268" name="Freeform 20"/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>
                <a:gd name="T0" fmla="*/ 0 w 604"/>
                <a:gd name="T1" fmla="*/ 54 h 1415"/>
                <a:gd name="T2" fmla="*/ 42 w 604"/>
                <a:gd name="T3" fmla="*/ 228 h 1415"/>
                <a:gd name="T4" fmla="*/ 96 w 604"/>
                <a:gd name="T5" fmla="*/ 402 h 1415"/>
                <a:gd name="T6" fmla="*/ 161 w 604"/>
                <a:gd name="T7" fmla="*/ 576 h 1415"/>
                <a:gd name="T8" fmla="*/ 227 w 604"/>
                <a:gd name="T9" fmla="*/ 744 h 1415"/>
                <a:gd name="T10" fmla="*/ 305 w 604"/>
                <a:gd name="T11" fmla="*/ 917 h 1415"/>
                <a:gd name="T12" fmla="*/ 389 w 604"/>
                <a:gd name="T13" fmla="*/ 1085 h 1415"/>
                <a:gd name="T14" fmla="*/ 484 w 604"/>
                <a:gd name="T15" fmla="*/ 1253 h 1415"/>
                <a:gd name="T16" fmla="*/ 586 w 604"/>
                <a:gd name="T17" fmla="*/ 1415 h 1415"/>
                <a:gd name="T18" fmla="*/ 604 w 604"/>
                <a:gd name="T19" fmla="*/ 1415 h 1415"/>
                <a:gd name="T20" fmla="*/ 496 w 604"/>
                <a:gd name="T21" fmla="*/ 1247 h 1415"/>
                <a:gd name="T22" fmla="*/ 401 w 604"/>
                <a:gd name="T23" fmla="*/ 1073 h 1415"/>
                <a:gd name="T24" fmla="*/ 311 w 604"/>
                <a:gd name="T25" fmla="*/ 899 h 1415"/>
                <a:gd name="T26" fmla="*/ 233 w 604"/>
                <a:gd name="T27" fmla="*/ 720 h 1415"/>
                <a:gd name="T28" fmla="*/ 161 w 604"/>
                <a:gd name="T29" fmla="*/ 546 h 1415"/>
                <a:gd name="T30" fmla="*/ 102 w 604"/>
                <a:gd name="T31" fmla="*/ 366 h 1415"/>
                <a:gd name="T32" fmla="*/ 48 w 604"/>
                <a:gd name="T33" fmla="*/ 180 h 1415"/>
                <a:gd name="T34" fmla="*/ 0 w 604"/>
                <a:gd name="T35" fmla="*/ 0 h 1415"/>
                <a:gd name="T36" fmla="*/ 0 w 604"/>
                <a:gd name="T37" fmla="*/ 54 h 1415"/>
                <a:gd name="T38" fmla="*/ 0 w 604"/>
                <a:gd name="T39" fmla="*/ 54 h 1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/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81269" name="Freeform 21"/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>
                <a:gd name="T0" fmla="*/ 0 w 227"/>
                <a:gd name="T1" fmla="*/ 30 h 426"/>
                <a:gd name="T2" fmla="*/ 108 w 227"/>
                <a:gd name="T3" fmla="*/ 240 h 426"/>
                <a:gd name="T4" fmla="*/ 215 w 227"/>
                <a:gd name="T5" fmla="*/ 426 h 426"/>
                <a:gd name="T6" fmla="*/ 227 w 227"/>
                <a:gd name="T7" fmla="*/ 426 h 426"/>
                <a:gd name="T8" fmla="*/ 167 w 227"/>
                <a:gd name="T9" fmla="*/ 330 h 426"/>
                <a:gd name="T10" fmla="*/ 114 w 227"/>
                <a:gd name="T11" fmla="*/ 222 h 426"/>
                <a:gd name="T12" fmla="*/ 0 w 227"/>
                <a:gd name="T13" fmla="*/ 0 h 426"/>
                <a:gd name="T14" fmla="*/ 0 w 227"/>
                <a:gd name="T15" fmla="*/ 30 h 426"/>
                <a:gd name="T16" fmla="*/ 0 w 227"/>
                <a:gd name="T17" fmla="*/ 3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/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81270" name="Freeform 22"/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>
                <a:gd name="T0" fmla="*/ 981 w 981"/>
                <a:gd name="T1" fmla="*/ 1786 h 1786"/>
                <a:gd name="T2" fmla="*/ 981 w 981"/>
                <a:gd name="T3" fmla="*/ 1720 h 1786"/>
                <a:gd name="T4" fmla="*/ 969 w 981"/>
                <a:gd name="T5" fmla="*/ 1666 h 1786"/>
                <a:gd name="T6" fmla="*/ 957 w 981"/>
                <a:gd name="T7" fmla="*/ 1613 h 1786"/>
                <a:gd name="T8" fmla="*/ 921 w 981"/>
                <a:gd name="T9" fmla="*/ 1487 h 1786"/>
                <a:gd name="T10" fmla="*/ 885 w 981"/>
                <a:gd name="T11" fmla="*/ 1361 h 1786"/>
                <a:gd name="T12" fmla="*/ 796 w 981"/>
                <a:gd name="T13" fmla="*/ 1121 h 1786"/>
                <a:gd name="T14" fmla="*/ 682 w 981"/>
                <a:gd name="T15" fmla="*/ 899 h 1786"/>
                <a:gd name="T16" fmla="*/ 562 w 981"/>
                <a:gd name="T17" fmla="*/ 689 h 1786"/>
                <a:gd name="T18" fmla="*/ 431 w 981"/>
                <a:gd name="T19" fmla="*/ 498 h 1786"/>
                <a:gd name="T20" fmla="*/ 293 w 981"/>
                <a:gd name="T21" fmla="*/ 318 h 1786"/>
                <a:gd name="T22" fmla="*/ 150 w 981"/>
                <a:gd name="T23" fmla="*/ 150 h 1786"/>
                <a:gd name="T24" fmla="*/ 12 w 981"/>
                <a:gd name="T25" fmla="*/ 0 h 1786"/>
                <a:gd name="T26" fmla="*/ 0 w 981"/>
                <a:gd name="T27" fmla="*/ 0 h 1786"/>
                <a:gd name="T28" fmla="*/ 138 w 981"/>
                <a:gd name="T29" fmla="*/ 150 h 1786"/>
                <a:gd name="T30" fmla="*/ 275 w 981"/>
                <a:gd name="T31" fmla="*/ 318 h 1786"/>
                <a:gd name="T32" fmla="*/ 413 w 981"/>
                <a:gd name="T33" fmla="*/ 498 h 1786"/>
                <a:gd name="T34" fmla="*/ 545 w 981"/>
                <a:gd name="T35" fmla="*/ 689 h 1786"/>
                <a:gd name="T36" fmla="*/ 670 w 981"/>
                <a:gd name="T37" fmla="*/ 899 h 1786"/>
                <a:gd name="T38" fmla="*/ 778 w 981"/>
                <a:gd name="T39" fmla="*/ 1121 h 1786"/>
                <a:gd name="T40" fmla="*/ 873 w 981"/>
                <a:gd name="T41" fmla="*/ 1361 h 1786"/>
                <a:gd name="T42" fmla="*/ 909 w 981"/>
                <a:gd name="T43" fmla="*/ 1487 h 1786"/>
                <a:gd name="T44" fmla="*/ 945 w 981"/>
                <a:gd name="T45" fmla="*/ 1619 h 1786"/>
                <a:gd name="T46" fmla="*/ 963 w 981"/>
                <a:gd name="T47" fmla="*/ 1702 h 1786"/>
                <a:gd name="T48" fmla="*/ 981 w 981"/>
                <a:gd name="T49" fmla="*/ 1786 h 1786"/>
                <a:gd name="T50" fmla="*/ 981 w 981"/>
                <a:gd name="T51" fmla="*/ 1786 h 1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/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039" name="Freeform 23"/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775 w 717"/>
                <a:gd name="T1" fmla="*/ 845 h 845"/>
                <a:gd name="T2" fmla="*/ 775 w 717"/>
                <a:gd name="T3" fmla="*/ 821 h 845"/>
                <a:gd name="T4" fmla="*/ 632 w 717"/>
                <a:gd name="T5" fmla="*/ 605 h 845"/>
                <a:gd name="T6" fmla="*/ 435 w 717"/>
                <a:gd name="T7" fmla="*/ 396 h 845"/>
                <a:gd name="T8" fmla="*/ 250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238 w 717"/>
                <a:gd name="T15" fmla="*/ 198 h 845"/>
                <a:gd name="T16" fmla="*/ 429 w 717"/>
                <a:gd name="T17" fmla="*/ 408 h 845"/>
                <a:gd name="T18" fmla="*/ 626 w 717"/>
                <a:gd name="T19" fmla="*/ 623 h 845"/>
                <a:gd name="T20" fmla="*/ 775 w 717"/>
                <a:gd name="T21" fmla="*/ 845 h 845"/>
                <a:gd name="T22" fmla="*/ 775 w 717"/>
                <a:gd name="T23" fmla="*/ 845 h 84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0" name="Freeform 24"/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436 w 407"/>
                <a:gd name="T1" fmla="*/ 414 h 414"/>
                <a:gd name="T2" fmla="*/ 436 w 407"/>
                <a:gd name="T3" fmla="*/ 396 h 414"/>
                <a:gd name="T4" fmla="*/ 251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245 w 407"/>
                <a:gd name="T13" fmla="*/ 204 h 414"/>
                <a:gd name="T14" fmla="*/ 436 w 407"/>
                <a:gd name="T15" fmla="*/ 414 h 414"/>
                <a:gd name="T16" fmla="*/ 436 w 407"/>
                <a:gd name="T17" fmla="*/ 414 h 4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1273" name="Freeform 25"/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>
                <a:gd name="T0" fmla="*/ 0 w 855"/>
                <a:gd name="T1" fmla="*/ 1361 h 1409"/>
                <a:gd name="T2" fmla="*/ 0 w 855"/>
                <a:gd name="T3" fmla="*/ 1409 h 1409"/>
                <a:gd name="T4" fmla="*/ 54 w 855"/>
                <a:gd name="T5" fmla="*/ 1211 h 1409"/>
                <a:gd name="T6" fmla="*/ 126 w 855"/>
                <a:gd name="T7" fmla="*/ 1013 h 1409"/>
                <a:gd name="T8" fmla="*/ 215 w 855"/>
                <a:gd name="T9" fmla="*/ 827 h 1409"/>
                <a:gd name="T10" fmla="*/ 311 w 855"/>
                <a:gd name="T11" fmla="*/ 647 h 1409"/>
                <a:gd name="T12" fmla="*/ 431 w 855"/>
                <a:gd name="T13" fmla="*/ 474 h 1409"/>
                <a:gd name="T14" fmla="*/ 556 w 855"/>
                <a:gd name="T15" fmla="*/ 312 h 1409"/>
                <a:gd name="T16" fmla="*/ 700 w 855"/>
                <a:gd name="T17" fmla="*/ 150 h 1409"/>
                <a:gd name="T18" fmla="*/ 855 w 855"/>
                <a:gd name="T19" fmla="*/ 0 h 1409"/>
                <a:gd name="T20" fmla="*/ 837 w 855"/>
                <a:gd name="T21" fmla="*/ 0 h 1409"/>
                <a:gd name="T22" fmla="*/ 688 w 855"/>
                <a:gd name="T23" fmla="*/ 144 h 1409"/>
                <a:gd name="T24" fmla="*/ 550 w 855"/>
                <a:gd name="T25" fmla="*/ 300 h 1409"/>
                <a:gd name="T26" fmla="*/ 425 w 855"/>
                <a:gd name="T27" fmla="*/ 462 h 1409"/>
                <a:gd name="T28" fmla="*/ 311 w 855"/>
                <a:gd name="T29" fmla="*/ 629 h 1409"/>
                <a:gd name="T30" fmla="*/ 215 w 855"/>
                <a:gd name="T31" fmla="*/ 803 h 1409"/>
                <a:gd name="T32" fmla="*/ 132 w 855"/>
                <a:gd name="T33" fmla="*/ 983 h 1409"/>
                <a:gd name="T34" fmla="*/ 60 w 855"/>
                <a:gd name="T35" fmla="*/ 1169 h 1409"/>
                <a:gd name="T36" fmla="*/ 0 w 855"/>
                <a:gd name="T37" fmla="*/ 1361 h 1409"/>
                <a:gd name="T38" fmla="*/ 0 w 855"/>
                <a:gd name="T39" fmla="*/ 1361 h 1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/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042" name="Freeform 26"/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644 w 586"/>
                <a:gd name="T1" fmla="*/ 0 h 599"/>
                <a:gd name="T2" fmla="*/ 626 w 586"/>
                <a:gd name="T3" fmla="*/ 0 h 599"/>
                <a:gd name="T4" fmla="*/ 436 w 586"/>
                <a:gd name="T5" fmla="*/ 132 h 599"/>
                <a:gd name="T6" fmla="*/ 286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286 w 586"/>
                <a:gd name="T17" fmla="*/ 282 h 599"/>
                <a:gd name="T18" fmla="*/ 444 w 586"/>
                <a:gd name="T19" fmla="*/ 138 h 599"/>
                <a:gd name="T20" fmla="*/ 644 w 586"/>
                <a:gd name="T21" fmla="*/ 0 h 599"/>
                <a:gd name="T22" fmla="*/ 644 w 586"/>
                <a:gd name="T23" fmla="*/ 0 h 59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3" name="Freeform 27"/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298 w 269"/>
                <a:gd name="T1" fmla="*/ 0 h 252"/>
                <a:gd name="T2" fmla="*/ 280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298 w 269"/>
                <a:gd name="T15" fmla="*/ 0 h 252"/>
                <a:gd name="T16" fmla="*/ 298 w 269"/>
                <a:gd name="T17" fmla="*/ 0 h 2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4" name="Line 28"/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5" name="Line 29"/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6" name="Line 30"/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47" name="Group 31"/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1050" name="Line 32"/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1" name="Line 33"/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2" name="Line 34"/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3" name="Line 35"/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4" name="Line 36"/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48" name="Line 37"/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" name="Line 38"/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81287" name="Rectangle 39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81288" name="Rectangle 4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1289" name="Rectangle 4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1290" name="Rectangle 4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defRPr>
            </a:lvl1pPr>
          </a:lstStyle>
          <a:p>
            <a:pPr>
              <a:defRPr/>
            </a:pPr>
            <a:fld id="{B43955B6-121D-4605-991E-437CBD3DEA0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81291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4086" r:id="rId1"/>
    <p:sldLayoutId id="2147484076" r:id="rId2"/>
    <p:sldLayoutId id="2147484077" r:id="rId3"/>
    <p:sldLayoutId id="2147484078" r:id="rId4"/>
    <p:sldLayoutId id="2147484079" r:id="rId5"/>
    <p:sldLayoutId id="2147484080" r:id="rId6"/>
    <p:sldLayoutId id="2147484081" r:id="rId7"/>
    <p:sldLayoutId id="2147484082" r:id="rId8"/>
    <p:sldLayoutId id="2147484083" r:id="rId9"/>
    <p:sldLayoutId id="2147484084" r:id="rId10"/>
    <p:sldLayoutId id="2147484085" r:id="rId1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程序设计概述</a:t>
            </a:r>
            <a:endParaRPr lang="zh-CN" altLang="en-US" dirty="0" smtClean="0"/>
          </a:p>
        </p:txBody>
      </p:sp>
      <p:sp>
        <p:nvSpPr>
          <p:cNvPr id="18432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defRPr/>
            </a:pPr>
            <a:endParaRPr lang="zh-CN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主要内容</a:t>
            </a:r>
          </a:p>
        </p:txBody>
      </p:sp>
      <p:sp>
        <p:nvSpPr>
          <p:cNvPr id="183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844824"/>
            <a:ext cx="8229600" cy="4679801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zh-CN" altLang="en-US" dirty="0" smtClean="0"/>
              <a:t>什么是程序</a:t>
            </a:r>
            <a:endParaRPr lang="en-US" altLang="zh-CN" dirty="0" smtClean="0"/>
          </a:p>
          <a:p>
            <a:pPr eaLnBrk="1" hangingPunct="1">
              <a:defRPr/>
            </a:pPr>
            <a:r>
              <a:rPr lang="zh-CN" altLang="en-US" dirty="0" smtClean="0"/>
              <a:t>什么是程序设计</a:t>
            </a:r>
            <a:endParaRPr lang="en-US" altLang="zh-CN" dirty="0" smtClean="0"/>
          </a:p>
          <a:p>
            <a:pPr eaLnBrk="1" hangingPunct="1">
              <a:defRPr/>
            </a:pPr>
            <a:r>
              <a:rPr lang="zh-CN" altLang="en-US" dirty="0" smtClean="0"/>
              <a:t>程序设计范式</a:t>
            </a:r>
            <a:endParaRPr lang="en-US" altLang="zh-CN" dirty="0" smtClean="0"/>
          </a:p>
          <a:p>
            <a:pPr eaLnBrk="1" hangingPunct="1">
              <a:defRPr/>
            </a:pPr>
            <a:r>
              <a:rPr lang="zh-CN" altLang="en-US" dirty="0" smtClean="0"/>
              <a:t>程序设计步骤</a:t>
            </a:r>
            <a:endParaRPr lang="en-US" altLang="zh-CN" dirty="0" smtClean="0"/>
          </a:p>
          <a:p>
            <a:pPr eaLnBrk="1" hangingPunct="1">
              <a:defRPr/>
            </a:pPr>
            <a:r>
              <a:rPr lang="zh-CN" altLang="en-US" dirty="0" smtClean="0"/>
              <a:t>程序设计语言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5040560"/>
          </a:xfrm>
        </p:spPr>
        <p:txBody>
          <a:bodyPr>
            <a:normAutofit/>
          </a:bodyPr>
          <a:lstStyle/>
          <a:p>
            <a:pPr marL="365125" indent="-365125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用计算机来解决实际</a:t>
            </a:r>
            <a:r>
              <a:rPr lang="zh-CN" altLang="en-US" dirty="0"/>
              <a:t>问题是通过用计算机</a:t>
            </a:r>
            <a:r>
              <a:rPr lang="zh-CN" altLang="en-US" dirty="0">
                <a:solidFill>
                  <a:srgbClr val="FFC000"/>
                </a:solidFill>
              </a:rPr>
              <a:t>程序</a:t>
            </a:r>
            <a:r>
              <a:rPr lang="zh-CN" altLang="en-US" dirty="0"/>
              <a:t>对反映实际问题的一些</a:t>
            </a:r>
            <a:r>
              <a:rPr lang="zh-CN" altLang="en-US" dirty="0">
                <a:solidFill>
                  <a:srgbClr val="FFC000"/>
                </a:solidFill>
              </a:rPr>
              <a:t>数据</a:t>
            </a:r>
            <a:r>
              <a:rPr lang="zh-CN" altLang="en-US" dirty="0"/>
              <a:t>进行</a:t>
            </a:r>
            <a:r>
              <a:rPr lang="zh-CN" altLang="en-US" dirty="0">
                <a:solidFill>
                  <a:srgbClr val="FFC000"/>
                </a:solidFill>
              </a:rPr>
              <a:t>处理</a:t>
            </a:r>
            <a:r>
              <a:rPr lang="zh-CN" altLang="en-US" dirty="0"/>
              <a:t>来实现的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marL="365125" indent="-365125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程序的组成：</a:t>
            </a:r>
            <a:endParaRPr lang="zh-CN" altLang="en-US" dirty="0"/>
          </a:p>
          <a:p>
            <a:pPr marL="357188" indent="-357188" eaLnBrk="1" hangingPunct="1">
              <a:lnSpc>
                <a:spcPct val="110000"/>
              </a:lnSpc>
              <a:buNone/>
              <a:defRPr/>
            </a:pPr>
            <a:r>
              <a:rPr lang="zh-CN" altLang="en-US" dirty="0"/>
              <a:t>		</a:t>
            </a:r>
            <a:r>
              <a:rPr lang="zh-CN" altLang="en-US" b="1" dirty="0">
                <a:solidFill>
                  <a:srgbClr val="FFC000"/>
                </a:solidFill>
              </a:rPr>
              <a:t>程序</a:t>
            </a:r>
            <a:r>
              <a:rPr lang="zh-CN" altLang="en-US" b="1" dirty="0"/>
              <a:t> </a:t>
            </a:r>
            <a:r>
              <a:rPr lang="en-US" altLang="zh-CN" b="1" dirty="0"/>
              <a:t>= </a:t>
            </a:r>
            <a:r>
              <a:rPr lang="zh-CN" altLang="en-US" b="1" dirty="0">
                <a:solidFill>
                  <a:srgbClr val="FFC000"/>
                </a:solidFill>
              </a:rPr>
              <a:t>算法</a:t>
            </a:r>
            <a:r>
              <a:rPr lang="zh-CN" altLang="en-US" b="1" dirty="0"/>
              <a:t> </a:t>
            </a:r>
            <a:r>
              <a:rPr lang="en-US" altLang="zh-CN" b="1" dirty="0"/>
              <a:t>+ </a:t>
            </a:r>
            <a:r>
              <a:rPr lang="zh-CN" altLang="en-US" b="1" dirty="0">
                <a:solidFill>
                  <a:srgbClr val="FFC000"/>
                </a:solidFill>
              </a:rPr>
              <a:t>数据结构</a:t>
            </a:r>
          </a:p>
          <a:p>
            <a:pPr marL="765175" lvl="1" indent="-365125" eaLnBrk="1" hangingPunct="1">
              <a:lnSpc>
                <a:spcPct val="110000"/>
              </a:lnSpc>
              <a:defRPr/>
            </a:pPr>
            <a:r>
              <a:rPr lang="zh-CN" altLang="en-US" dirty="0"/>
              <a:t>算法（</a:t>
            </a:r>
            <a:r>
              <a:rPr lang="en-US" altLang="zh-CN" dirty="0"/>
              <a:t>algorithm</a:t>
            </a:r>
            <a:r>
              <a:rPr lang="zh-CN" altLang="en-US" dirty="0"/>
              <a:t>）是指对数据的</a:t>
            </a:r>
            <a:r>
              <a:rPr lang="zh-CN" altLang="en-US" dirty="0">
                <a:solidFill>
                  <a:srgbClr val="FFC000"/>
                </a:solidFill>
              </a:rPr>
              <a:t>加工处理步骤</a:t>
            </a:r>
            <a:r>
              <a:rPr lang="zh-CN" altLang="en-US" dirty="0"/>
              <a:t>的描述。</a:t>
            </a:r>
            <a:endParaRPr lang="en-US" altLang="zh-CN" dirty="0"/>
          </a:p>
          <a:p>
            <a:pPr marL="765175" lvl="1" indent="-365125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数据结构</a:t>
            </a:r>
            <a:r>
              <a:rPr lang="zh-CN" altLang="en-US" dirty="0"/>
              <a:t>（</a:t>
            </a:r>
            <a:r>
              <a:rPr lang="en-US" altLang="zh-CN" dirty="0"/>
              <a:t>data structure</a:t>
            </a:r>
            <a:r>
              <a:rPr lang="zh-CN" altLang="en-US" dirty="0" smtClean="0"/>
              <a:t>）是</a:t>
            </a:r>
            <a:r>
              <a:rPr lang="zh-CN" altLang="en-US" dirty="0"/>
              <a:t>对反映待解</a:t>
            </a:r>
            <a:r>
              <a:rPr lang="zh-CN" altLang="en-US" dirty="0" smtClean="0"/>
              <a:t>问题的</a:t>
            </a:r>
            <a:r>
              <a:rPr lang="zh-CN" altLang="en-US" dirty="0">
                <a:solidFill>
                  <a:srgbClr val="FFC000"/>
                </a:solidFill>
              </a:rPr>
              <a:t>数据</a:t>
            </a:r>
            <a:r>
              <a:rPr lang="zh-CN" altLang="en-US" dirty="0"/>
              <a:t>的描述</a:t>
            </a:r>
            <a:r>
              <a:rPr lang="zh-CN" altLang="en-US" dirty="0" smtClean="0"/>
              <a:t>。</a:t>
            </a:r>
            <a:endParaRPr lang="en-US" altLang="zh-CN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程序（</a:t>
            </a:r>
            <a:r>
              <a:rPr lang="en-US" altLang="zh-CN" dirty="0" smtClean="0"/>
              <a:t>Program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01975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程序设计（</a:t>
            </a:r>
            <a:r>
              <a:rPr lang="en-US" altLang="zh-CN" dirty="0" smtClean="0"/>
              <a:t>Programming</a:t>
            </a:r>
            <a:r>
              <a:rPr lang="zh-CN" altLang="en-US" dirty="0" smtClean="0"/>
              <a:t>）</a:t>
            </a:r>
          </a:p>
        </p:txBody>
      </p:sp>
      <p:sp>
        <p:nvSpPr>
          <p:cNvPr id="187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852988"/>
          </a:xfrm>
        </p:spPr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要使得计算机能完成各种任务，就必须为它编写相应的程序。 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dirty="0" smtClean="0">
                <a:solidFill>
                  <a:srgbClr val="FFC000"/>
                </a:solidFill>
              </a:rPr>
              <a:t>程序设计</a:t>
            </a:r>
            <a:r>
              <a:rPr lang="zh-CN" altLang="en-US" dirty="0" smtClean="0"/>
              <a:t>就是为计算机编写程序的过程（有时简称为</a:t>
            </a:r>
            <a:r>
              <a:rPr lang="zh-CN" altLang="en-US" dirty="0" smtClean="0">
                <a:solidFill>
                  <a:srgbClr val="FFC000"/>
                </a:solidFill>
              </a:rPr>
              <a:t>编程</a:t>
            </a:r>
            <a:r>
              <a:rPr lang="zh-CN" altLang="en-US" dirty="0" smtClean="0"/>
              <a:t>）。</a:t>
            </a:r>
            <a:endParaRPr lang="en-US" altLang="zh-CN" dirty="0" smtClean="0"/>
          </a:p>
          <a:p>
            <a:pPr eaLnBrk="1" hangingPunct="1">
              <a:defRPr/>
            </a:pPr>
            <a:r>
              <a:rPr lang="zh-CN" altLang="en-US" dirty="0"/>
              <a:t>程序设计要涉及：</a:t>
            </a:r>
          </a:p>
          <a:p>
            <a:pPr lvl="1" eaLnBrk="1" hangingPunct="1">
              <a:defRPr/>
            </a:pPr>
            <a:r>
              <a:rPr lang="zh-CN" altLang="en-US" dirty="0" smtClean="0"/>
              <a:t>程序设计范式</a:t>
            </a:r>
          </a:p>
          <a:p>
            <a:pPr lvl="1" eaLnBrk="1" hangingPunct="1">
              <a:defRPr/>
            </a:pPr>
            <a:r>
              <a:rPr lang="zh-CN" altLang="en-US" dirty="0" smtClean="0"/>
              <a:t>程序设计</a:t>
            </a:r>
            <a:r>
              <a:rPr lang="zh-CN" altLang="en-US" dirty="0"/>
              <a:t>步骤 </a:t>
            </a:r>
          </a:p>
          <a:p>
            <a:pPr lvl="1" eaLnBrk="1" hangingPunct="1">
              <a:defRPr/>
            </a:pPr>
            <a:r>
              <a:rPr lang="zh-CN" altLang="en-US" dirty="0" smtClean="0"/>
              <a:t>程序设计语言等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9366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程序设计范式 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412" y="1340768"/>
            <a:ext cx="8353052" cy="5040560"/>
          </a:xfrm>
        </p:spPr>
        <p:txBody>
          <a:bodyPr>
            <a:normAutofit lnSpcReduction="10000"/>
          </a:bodyPr>
          <a:lstStyle/>
          <a:p>
            <a:pPr marL="365125" indent="-365125" eaLnBrk="1" hangingPunct="1">
              <a:lnSpc>
                <a:spcPct val="120000"/>
              </a:lnSpc>
              <a:defRPr/>
            </a:pPr>
            <a:r>
              <a:rPr lang="zh-CN" altLang="en-US" dirty="0"/>
              <a:t>如何看待和组织算法和</a:t>
            </a:r>
            <a:r>
              <a:rPr lang="zh-CN" altLang="en-US" dirty="0" smtClean="0"/>
              <a:t>数据结构存在</a:t>
            </a:r>
            <a:r>
              <a:rPr lang="zh-CN" altLang="en-US" dirty="0"/>
              <a:t>着不同的做法，从而形成不同的</a:t>
            </a:r>
            <a:r>
              <a:rPr lang="zh-CN" altLang="en-US" dirty="0">
                <a:solidFill>
                  <a:srgbClr val="FFC000"/>
                </a:solidFill>
              </a:rPr>
              <a:t>程序设计范式</a:t>
            </a:r>
            <a:r>
              <a:rPr lang="zh-CN" altLang="en-US" dirty="0"/>
              <a:t>（</a:t>
            </a:r>
            <a:r>
              <a:rPr lang="en-US" altLang="zh-CN" sz="2600" dirty="0"/>
              <a:t>programming paradigms</a:t>
            </a:r>
            <a:r>
              <a:rPr lang="zh-CN" altLang="en-US" dirty="0" smtClean="0"/>
              <a:t>）。</a:t>
            </a:r>
            <a:endParaRPr lang="en-US" altLang="zh-CN" dirty="0" smtClean="0"/>
          </a:p>
          <a:p>
            <a:pPr marL="765175" lvl="1" indent="-365125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程序设计范式是</a:t>
            </a:r>
            <a:r>
              <a:rPr lang="zh-CN" altLang="en-US" dirty="0"/>
              <a:t>设计、组织和编写程序的一种</a:t>
            </a:r>
            <a:r>
              <a:rPr lang="zh-CN" altLang="en-US" dirty="0" smtClean="0"/>
              <a:t>方式，它包含了一组理论</a:t>
            </a:r>
            <a:r>
              <a:rPr lang="zh-CN" altLang="en-US" dirty="0"/>
              <a:t>、原则和</a:t>
            </a:r>
            <a:r>
              <a:rPr lang="zh-CN" altLang="en-US" dirty="0" smtClean="0"/>
              <a:t>概念。</a:t>
            </a:r>
            <a:endParaRPr lang="en-US" altLang="zh-CN" dirty="0" smtClean="0"/>
          </a:p>
          <a:p>
            <a:pPr marL="765175" lvl="1" indent="-365125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不同</a:t>
            </a:r>
            <a:r>
              <a:rPr lang="zh-CN" altLang="en-US" dirty="0"/>
              <a:t>的范式将采用不同的程序结构和程序元素来描述</a:t>
            </a:r>
            <a:r>
              <a:rPr lang="zh-CN" altLang="en-US" dirty="0" smtClean="0"/>
              <a:t>程序</a:t>
            </a:r>
            <a:r>
              <a:rPr lang="zh-CN" altLang="en-US" dirty="0"/>
              <a:t>。</a:t>
            </a:r>
            <a:endParaRPr lang="en-US" altLang="zh-CN" dirty="0" smtClean="0"/>
          </a:p>
          <a:p>
            <a:pPr marL="765175" lvl="1" indent="-365125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范式</a:t>
            </a:r>
            <a:r>
              <a:rPr lang="zh-CN" altLang="en-US" dirty="0"/>
              <a:t>具有针对性，不同的范式往往适合于解决不同类型的问题</a:t>
            </a:r>
            <a:r>
              <a:rPr lang="zh-CN" altLang="en-US" dirty="0" smtClean="0"/>
              <a:t>。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5125" indent="-365125" eaLnBrk="1" hangingPunct="1">
              <a:lnSpc>
                <a:spcPct val="110000"/>
              </a:lnSpc>
              <a:defRPr/>
            </a:pPr>
            <a:r>
              <a:rPr lang="zh-CN" altLang="en-US" dirty="0"/>
              <a:t>典型的程序设计范式有：</a:t>
            </a:r>
          </a:p>
          <a:p>
            <a:pPr marL="915988" lvl="1" eaLnBrk="1" hangingPunct="1">
              <a:lnSpc>
                <a:spcPct val="110000"/>
              </a:lnSpc>
              <a:defRPr/>
            </a:pPr>
            <a:r>
              <a:rPr lang="zh-CN" altLang="en-US" dirty="0"/>
              <a:t>过程式</a:t>
            </a:r>
          </a:p>
          <a:p>
            <a:pPr marL="915988" lvl="1" eaLnBrk="1" hangingPunct="1">
              <a:lnSpc>
                <a:spcPct val="110000"/>
              </a:lnSpc>
              <a:defRPr/>
            </a:pPr>
            <a:r>
              <a:rPr lang="zh-CN" altLang="en-US" dirty="0"/>
              <a:t>对象式</a:t>
            </a:r>
          </a:p>
          <a:p>
            <a:pPr marL="915988" lvl="1" eaLnBrk="1" hangingPunct="1">
              <a:lnSpc>
                <a:spcPct val="110000"/>
              </a:lnSpc>
              <a:defRPr/>
            </a:pPr>
            <a:r>
              <a:rPr lang="zh-CN" altLang="en-US" dirty="0"/>
              <a:t>函数式</a:t>
            </a:r>
          </a:p>
          <a:p>
            <a:pPr marL="915988" lvl="1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逻辑式</a:t>
            </a:r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66578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85725"/>
            <a:ext cx="7772400" cy="11112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过程式程序设计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412875"/>
            <a:ext cx="8604250" cy="5256213"/>
          </a:xfrm>
        </p:spPr>
        <p:txBody>
          <a:bodyPr>
            <a:normAutofit fontScale="92500" lnSpcReduction="10000"/>
          </a:bodyPr>
          <a:lstStyle/>
          <a:p>
            <a:pPr marL="357188" indent="-357188" eaLnBrk="1" hangingPunct="1">
              <a:lnSpc>
                <a:spcPct val="110000"/>
              </a:lnSpc>
              <a:defRPr/>
            </a:pPr>
            <a:r>
              <a:rPr lang="zh-CN" altLang="en-US" sz="2800" dirty="0" smtClean="0"/>
              <a:t>一种以</a:t>
            </a:r>
            <a:r>
              <a:rPr lang="zh-CN" altLang="en-US" sz="2800" dirty="0" smtClean="0">
                <a:solidFill>
                  <a:schemeClr val="folHlink"/>
                </a:solidFill>
              </a:rPr>
              <a:t>功能</a:t>
            </a:r>
            <a:r>
              <a:rPr lang="zh-CN" altLang="en-US" sz="2800" dirty="0" smtClean="0"/>
              <a:t>或</a:t>
            </a:r>
            <a:r>
              <a:rPr lang="zh-CN" altLang="en-US" sz="2800" dirty="0" smtClean="0">
                <a:solidFill>
                  <a:schemeClr val="folHlink"/>
                </a:solidFill>
              </a:rPr>
              <a:t>操作</a:t>
            </a:r>
            <a:r>
              <a:rPr lang="zh-CN" altLang="en-US" sz="2800" dirty="0" smtClean="0"/>
              <a:t>为中心、基于</a:t>
            </a:r>
            <a:r>
              <a:rPr lang="zh-CN" altLang="en-US" sz="2800" dirty="0" smtClean="0">
                <a:solidFill>
                  <a:schemeClr val="folHlink"/>
                </a:solidFill>
              </a:rPr>
              <a:t>功能分解</a:t>
            </a:r>
            <a:r>
              <a:rPr lang="zh-CN" altLang="en-US" sz="2800" dirty="0" smtClean="0"/>
              <a:t>和</a:t>
            </a:r>
            <a:r>
              <a:rPr lang="zh-CN" altLang="en-US" sz="2800" dirty="0" smtClean="0">
                <a:solidFill>
                  <a:schemeClr val="folHlink"/>
                </a:solidFill>
              </a:rPr>
              <a:t>复合</a:t>
            </a:r>
            <a:r>
              <a:rPr lang="zh-CN" altLang="en-US" sz="2800" dirty="0" smtClean="0"/>
              <a:t>的程序设计范式。</a:t>
            </a:r>
          </a:p>
          <a:p>
            <a:pPr marL="357188" indent="-357188" eaLnBrk="1" hangingPunct="1">
              <a:lnSpc>
                <a:spcPct val="110000"/>
              </a:lnSpc>
              <a:defRPr/>
            </a:pPr>
            <a:r>
              <a:rPr lang="zh-CN" altLang="en-US" sz="2800" dirty="0" smtClean="0"/>
              <a:t>程序</a:t>
            </a:r>
            <a:r>
              <a:rPr lang="zh-CN" altLang="en-US" sz="2800" dirty="0"/>
              <a:t>由一些</a:t>
            </a:r>
            <a:r>
              <a:rPr lang="zh-CN" altLang="en-US" sz="2800" dirty="0" smtClean="0">
                <a:solidFill>
                  <a:srgbClr val="FFC000"/>
                </a:solidFill>
              </a:rPr>
              <a:t>子程序</a:t>
            </a:r>
            <a:r>
              <a:rPr lang="zh-CN" altLang="en-US" sz="2800" dirty="0" smtClean="0"/>
              <a:t>构成，子程序是一系列操作的描述，它</a:t>
            </a:r>
            <a:r>
              <a:rPr lang="zh-CN" altLang="en-US" sz="2800" dirty="0"/>
              <a:t>是操作的封装</a:t>
            </a:r>
            <a:r>
              <a:rPr lang="zh-CN" altLang="en-US" sz="2800" dirty="0" smtClean="0"/>
              <a:t>体；每</a:t>
            </a:r>
            <a:r>
              <a:rPr lang="zh-CN" altLang="en-US" sz="2800" dirty="0"/>
              <a:t>个子程序对应一个子功能，实现了</a:t>
            </a:r>
            <a:r>
              <a:rPr lang="zh-CN" altLang="en-US" sz="2800" dirty="0">
                <a:solidFill>
                  <a:srgbClr val="FFC000"/>
                </a:solidFill>
              </a:rPr>
              <a:t>过程抽象</a:t>
            </a:r>
            <a:r>
              <a:rPr lang="zh-CN" altLang="en-US" sz="2800" dirty="0" smtClean="0"/>
              <a:t>。</a:t>
            </a:r>
            <a:endParaRPr lang="zh-CN" altLang="en-US" sz="2800" dirty="0"/>
          </a:p>
          <a:p>
            <a:pPr marL="357188" indent="-357188" eaLnBrk="1" hangingPunct="1">
              <a:lnSpc>
                <a:spcPct val="110000"/>
              </a:lnSpc>
              <a:defRPr/>
            </a:pPr>
            <a:r>
              <a:rPr lang="zh-CN" altLang="en-US" sz="2800" dirty="0"/>
              <a:t>程序的执行过程体现为一系列的子程序调用。</a:t>
            </a:r>
          </a:p>
          <a:p>
            <a:pPr marL="357188" indent="-357188" eaLnBrk="1" hangingPunct="1">
              <a:lnSpc>
                <a:spcPct val="110000"/>
              </a:lnSpc>
              <a:defRPr/>
            </a:pPr>
            <a:r>
              <a:rPr lang="zh-CN" altLang="en-US" sz="2800" dirty="0"/>
              <a:t>在过程式程序中，数据处于附属地位，它独立于子程序，在子程序调用时通过</a:t>
            </a:r>
            <a:r>
              <a:rPr lang="zh-CN" altLang="en-US" sz="2800" dirty="0" smtClean="0"/>
              <a:t>参数传</a:t>
            </a:r>
            <a:r>
              <a:rPr lang="zh-CN" altLang="en-US" sz="2800" dirty="0"/>
              <a:t>给子程序使用</a:t>
            </a:r>
            <a:r>
              <a:rPr lang="zh-CN" altLang="en-US" sz="2800" dirty="0" smtClean="0"/>
              <a:t>。</a:t>
            </a:r>
            <a:endParaRPr lang="en-US" altLang="zh-CN" sz="2800" dirty="0" smtClean="0"/>
          </a:p>
          <a:p>
            <a:pPr marL="357188" indent="-357188" eaLnBrk="1" hangingPunct="1">
              <a:lnSpc>
                <a:spcPct val="110000"/>
              </a:lnSpc>
              <a:defRPr/>
            </a:pPr>
            <a:r>
              <a:rPr lang="zh-CN" altLang="en-US" sz="2800" dirty="0" smtClean="0"/>
              <a:t>早期</a:t>
            </a:r>
            <a:r>
              <a:rPr lang="zh-CN" altLang="en-US" sz="2800" dirty="0"/>
              <a:t>的程序设计大都采用了过程式程序设计范式，它与冯</a:t>
            </a:r>
            <a:r>
              <a:rPr lang="en-US" altLang="zh-CN" sz="2800" dirty="0" smtClean="0"/>
              <a:t>•</a:t>
            </a:r>
            <a:r>
              <a:rPr lang="zh-CN" altLang="en-US" sz="2800" dirty="0" smtClean="0"/>
              <a:t>诺依曼计算模型有着直接的对应。</a:t>
            </a:r>
            <a:endParaRPr lang="en-US" altLang="zh-CN" sz="2800" dirty="0" smtClean="0"/>
          </a:p>
          <a:p>
            <a:pPr marL="357188" indent="-357188" eaLnBrk="1" hangingPunct="1">
              <a:lnSpc>
                <a:spcPct val="110000"/>
              </a:lnSpc>
              <a:defRPr/>
            </a:pPr>
            <a:r>
              <a:rPr lang="zh-CN" altLang="en-US" sz="2800" dirty="0" smtClean="0">
                <a:solidFill>
                  <a:srgbClr val="FFC000"/>
                </a:solidFill>
              </a:rPr>
              <a:t>本课程</a:t>
            </a:r>
            <a:r>
              <a:rPr lang="zh-CN" altLang="en-US" sz="2800" dirty="0">
                <a:solidFill>
                  <a:srgbClr val="FFC000"/>
                </a:solidFill>
              </a:rPr>
              <a:t>重点介绍过程式程序设计</a:t>
            </a:r>
            <a:r>
              <a:rPr lang="zh-CN" altLang="en-US" sz="2800" dirty="0" smtClean="0">
                <a:solidFill>
                  <a:srgbClr val="FFC000"/>
                </a:solidFill>
              </a:rPr>
              <a:t>范式。</a:t>
            </a:r>
            <a:endParaRPr lang="en-US" altLang="zh-CN" sz="2800" dirty="0" smtClean="0">
              <a:solidFill>
                <a:srgbClr val="FFC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对象式（面向对象） 程序设计</a:t>
            </a:r>
          </a:p>
        </p:txBody>
      </p:sp>
      <p:sp>
        <p:nvSpPr>
          <p:cNvPr id="185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1412875"/>
            <a:ext cx="8641085" cy="4968453"/>
          </a:xfrm>
        </p:spPr>
        <p:txBody>
          <a:bodyPr>
            <a:normAutofit fontScale="92500"/>
          </a:bodyPr>
          <a:lstStyle/>
          <a:p>
            <a:pPr marL="357188" indent="-357188" eaLnBrk="1" hangingPunct="1">
              <a:lnSpc>
                <a:spcPct val="110000"/>
              </a:lnSpc>
              <a:defRPr/>
            </a:pPr>
            <a:r>
              <a:rPr lang="zh-CN" altLang="en-US" sz="2800" dirty="0" smtClean="0"/>
              <a:t>一种以</a:t>
            </a:r>
            <a:r>
              <a:rPr lang="zh-CN" altLang="en-US" sz="2800" dirty="0" smtClean="0">
                <a:solidFill>
                  <a:schemeClr val="folHlink"/>
                </a:solidFill>
              </a:rPr>
              <a:t>数据</a:t>
            </a:r>
            <a:r>
              <a:rPr lang="zh-CN" altLang="en-US" sz="2800" dirty="0" smtClean="0"/>
              <a:t>为中心、基于</a:t>
            </a:r>
            <a:r>
              <a:rPr lang="zh-CN" altLang="en-US" sz="2800" dirty="0" smtClean="0">
                <a:solidFill>
                  <a:srgbClr val="FFC000"/>
                </a:solidFill>
              </a:rPr>
              <a:t>对象</a:t>
            </a:r>
            <a:r>
              <a:rPr lang="zh-CN" altLang="en-US" sz="2800" dirty="0" smtClean="0"/>
              <a:t>的程序设计范式。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sz="2800" dirty="0" smtClean="0"/>
              <a:t>程序</a:t>
            </a:r>
            <a:r>
              <a:rPr lang="zh-CN" altLang="en-US" sz="2800" dirty="0"/>
              <a:t>由一些</a:t>
            </a:r>
            <a:r>
              <a:rPr lang="zh-CN" altLang="en-US" sz="2800" dirty="0">
                <a:solidFill>
                  <a:srgbClr val="FFC000"/>
                </a:solidFill>
              </a:rPr>
              <a:t>对象</a:t>
            </a:r>
            <a:r>
              <a:rPr lang="zh-CN" altLang="en-US" sz="2800" dirty="0"/>
              <a:t>构成，对象是由一些数据及可施于这些数据上的操作所组成的封装</a:t>
            </a:r>
            <a:r>
              <a:rPr lang="zh-CN" altLang="en-US" sz="2800" dirty="0" smtClean="0"/>
              <a:t>体，实现了</a:t>
            </a:r>
            <a:r>
              <a:rPr lang="zh-CN" altLang="en-US" sz="2800" dirty="0">
                <a:solidFill>
                  <a:schemeClr val="folHlink"/>
                </a:solidFill>
              </a:rPr>
              <a:t>数据抽象</a:t>
            </a:r>
            <a:r>
              <a:rPr lang="zh-CN" altLang="en-US" sz="2800" dirty="0" smtClean="0"/>
              <a:t>。</a:t>
            </a:r>
            <a:endParaRPr lang="en-US" altLang="zh-CN" sz="2800" dirty="0"/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sz="2800" dirty="0"/>
              <a:t>对象的特征由相应的</a:t>
            </a:r>
            <a:r>
              <a:rPr lang="zh-CN" altLang="en-US" sz="2800" dirty="0">
                <a:solidFill>
                  <a:srgbClr val="FFC000"/>
                </a:solidFill>
              </a:rPr>
              <a:t>类</a:t>
            </a:r>
            <a:r>
              <a:rPr lang="zh-CN" altLang="en-US" sz="2800" dirty="0"/>
              <a:t>来描述，一个类描述的对象特征可以从其它的类获得（</a:t>
            </a:r>
            <a:r>
              <a:rPr lang="zh-CN" altLang="en-US" sz="2800" dirty="0">
                <a:solidFill>
                  <a:srgbClr val="FFC000"/>
                </a:solidFill>
              </a:rPr>
              <a:t>继承</a:t>
            </a:r>
            <a:r>
              <a:rPr lang="zh-CN" altLang="en-US" sz="2800" dirty="0"/>
              <a:t>）。</a:t>
            </a:r>
            <a:endParaRPr lang="en-US" altLang="zh-CN" sz="2800" dirty="0"/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sz="2800" dirty="0"/>
              <a:t>程序的执行过程体现为各个对象之间相互发送和处理</a:t>
            </a:r>
            <a:r>
              <a:rPr lang="zh-CN" altLang="en-US" sz="2800" dirty="0">
                <a:solidFill>
                  <a:srgbClr val="FFC000"/>
                </a:solidFill>
              </a:rPr>
              <a:t>消息</a:t>
            </a:r>
            <a:r>
              <a:rPr lang="zh-CN" altLang="en-US" sz="2800" dirty="0"/>
              <a:t>。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sz="2800" dirty="0"/>
              <a:t>在面向对象程序中，数据表现为对象的属性，对数据的操作是</a:t>
            </a:r>
            <a:r>
              <a:rPr lang="zh-CN" altLang="en-US" sz="2800" dirty="0" smtClean="0"/>
              <a:t>通过向包含数据的对象发送消息（调用对象类提供的某个操作</a:t>
            </a:r>
            <a:r>
              <a:rPr lang="zh-CN" altLang="en-US" sz="2800" dirty="0"/>
              <a:t>）</a:t>
            </a:r>
            <a:r>
              <a:rPr lang="zh-CN" altLang="en-US" sz="2800" dirty="0" smtClean="0"/>
              <a:t>来实现的。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0"/>
            <a:ext cx="7772400" cy="11112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函数式与逻辑式 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1268413"/>
            <a:ext cx="8785225" cy="5472955"/>
          </a:xfrm>
        </p:spPr>
        <p:txBody>
          <a:bodyPr>
            <a:normAutofit fontScale="92500"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sz="2800" dirty="0" smtClean="0">
                <a:solidFill>
                  <a:schemeClr val="folHlink"/>
                </a:solidFill>
              </a:rPr>
              <a:t>函数式程序设计</a:t>
            </a:r>
            <a:endParaRPr lang="en-US" altLang="zh-CN" sz="2800" dirty="0" smtClean="0">
              <a:solidFill>
                <a:schemeClr val="folHlink"/>
              </a:solidFill>
            </a:endParaRPr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sz="2400" dirty="0" smtClean="0"/>
              <a:t>围绕</a:t>
            </a:r>
            <a:r>
              <a:rPr lang="zh-CN" altLang="en-US" sz="2400" dirty="0" smtClean="0">
                <a:solidFill>
                  <a:srgbClr val="FFC000"/>
                </a:solidFill>
              </a:rPr>
              <a:t>函数</a:t>
            </a:r>
            <a:r>
              <a:rPr lang="zh-CN" altLang="en-US" sz="2400" dirty="0" smtClean="0"/>
              <a:t>来进行的，计算过程体现为一系列的</a:t>
            </a:r>
            <a:r>
              <a:rPr lang="zh-CN" altLang="en-US" sz="2400" dirty="0" smtClean="0">
                <a:solidFill>
                  <a:srgbClr val="FFC000"/>
                </a:solidFill>
              </a:rPr>
              <a:t>函数应用</a:t>
            </a:r>
            <a:r>
              <a:rPr lang="zh-CN" altLang="en-US" sz="2400" dirty="0" smtClean="0"/>
              <a:t>（</a:t>
            </a:r>
            <a:r>
              <a:rPr lang="en-US" altLang="zh-CN" sz="2400" dirty="0" smtClean="0"/>
              <a:t>Function Application</a:t>
            </a:r>
            <a:r>
              <a:rPr lang="zh-CN" altLang="en-US" sz="2400" dirty="0" smtClean="0"/>
              <a:t>），它基于了递归函数理论和</a:t>
            </a:r>
            <a:r>
              <a:rPr lang="en-US" altLang="zh-CN" sz="2400" dirty="0" smtClean="0"/>
              <a:t>lambda</a:t>
            </a:r>
            <a:r>
              <a:rPr lang="zh-CN" altLang="en-US" sz="2400" dirty="0" smtClean="0"/>
              <a:t>演算，其中，函数也被作为值来看待，即，函数的参数和计算结果也可以是函数，即函数可以组合。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sz="2800" dirty="0" smtClean="0">
                <a:solidFill>
                  <a:schemeClr val="folHlink"/>
                </a:solidFill>
              </a:rPr>
              <a:t>逻辑式程序设计</a:t>
            </a:r>
            <a:endParaRPr lang="en-US" altLang="zh-CN" sz="2800" dirty="0" smtClean="0">
              <a:solidFill>
                <a:schemeClr val="folHlink"/>
              </a:solidFill>
            </a:endParaRPr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sz="2400" dirty="0" smtClean="0"/>
              <a:t>把程序组织成一组</a:t>
            </a:r>
            <a:r>
              <a:rPr lang="zh-CN" altLang="en-US" sz="2400" dirty="0" smtClean="0">
                <a:solidFill>
                  <a:srgbClr val="FFC000"/>
                </a:solidFill>
              </a:rPr>
              <a:t>事实</a:t>
            </a:r>
            <a:r>
              <a:rPr lang="zh-CN" altLang="en-US" sz="2400" dirty="0" smtClean="0"/>
              <a:t>和一组</a:t>
            </a:r>
            <a:r>
              <a:rPr lang="zh-CN" altLang="en-US" sz="2400" dirty="0" smtClean="0">
                <a:solidFill>
                  <a:srgbClr val="FFC000"/>
                </a:solidFill>
              </a:rPr>
              <a:t>推理规则</a:t>
            </a:r>
            <a:r>
              <a:rPr lang="zh-CN" altLang="en-US" sz="2400" dirty="0" smtClean="0"/>
              <a:t>，在事实基础上运用推理规则来实施计算，它基于的是谓词演算（</a:t>
            </a:r>
            <a:r>
              <a:rPr lang="en-US" altLang="zh-CN" sz="2200" dirty="0" smtClean="0"/>
              <a:t>Predicate Calculus</a:t>
            </a:r>
            <a:r>
              <a:rPr lang="zh-CN" altLang="en-US" sz="2400" dirty="0" smtClean="0"/>
              <a:t>）。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sz="2800" dirty="0"/>
              <a:t>上述两种程序设计</a:t>
            </a:r>
            <a:r>
              <a:rPr lang="zh-CN" altLang="en-US" sz="2800" dirty="0" smtClean="0"/>
              <a:t>范式</a:t>
            </a:r>
            <a:endParaRPr lang="en-US" altLang="zh-CN" sz="2800" dirty="0" smtClean="0"/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sz="2400" dirty="0" smtClean="0"/>
              <a:t>有</a:t>
            </a:r>
            <a:r>
              <a:rPr lang="zh-CN" altLang="en-US" sz="2400" dirty="0"/>
              <a:t>良好的数学理论支持，易于保证程序的</a:t>
            </a:r>
            <a:r>
              <a:rPr lang="zh-CN" altLang="en-US" sz="2400" dirty="0" smtClean="0"/>
              <a:t>正确性。</a:t>
            </a:r>
            <a:endParaRPr lang="en-US" altLang="zh-CN" sz="2400" dirty="0" smtClean="0"/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sz="2400" dirty="0" smtClean="0"/>
              <a:t>设计</a:t>
            </a:r>
            <a:r>
              <a:rPr lang="zh-CN" altLang="en-US" sz="2400" dirty="0"/>
              <a:t>出的程序比较精炼和具有潜在的并行性</a:t>
            </a:r>
            <a:r>
              <a:rPr lang="zh-CN" altLang="en-US" sz="2400" dirty="0" smtClean="0"/>
              <a:t>。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sz="2400" dirty="0" smtClean="0"/>
              <a:t>适合于人工智能领域的应用。</a:t>
            </a:r>
            <a:endParaRPr lang="en-US" altLang="zh-CN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程序设计步骤</a:t>
            </a:r>
          </a:p>
        </p:txBody>
      </p:sp>
      <p:sp>
        <p:nvSpPr>
          <p:cNvPr id="215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1485454"/>
            <a:ext cx="8857108" cy="4823866"/>
          </a:xfrm>
        </p:spPr>
        <p:txBody>
          <a:bodyPr>
            <a:normAutofit fontScale="85000" lnSpcReduction="10000"/>
          </a:bodyPr>
          <a:lstStyle/>
          <a:p>
            <a:pPr marL="357188" indent="-357188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需求分析 </a:t>
            </a:r>
          </a:p>
          <a:p>
            <a:pPr marL="900113" lvl="1" indent="-271463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搞清楚要解决的问题并给出问题的明确定义（</a:t>
            </a:r>
            <a:r>
              <a:rPr lang="zh-CN" altLang="en-US" dirty="0" smtClean="0">
                <a:solidFill>
                  <a:srgbClr val="FFCC66"/>
                </a:solidFill>
              </a:rPr>
              <a:t>做什么</a:t>
            </a:r>
            <a:r>
              <a:rPr lang="zh-CN" altLang="en-US" dirty="0" smtClean="0"/>
              <a:t>？）</a:t>
            </a:r>
          </a:p>
          <a:p>
            <a:pPr marL="357188" indent="-357188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系统设计 </a:t>
            </a:r>
          </a:p>
          <a:p>
            <a:pPr marL="900113" lvl="1" indent="-271463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	从计算机角度给出问题的解决方案（</a:t>
            </a:r>
            <a:r>
              <a:rPr lang="zh-CN" altLang="en-US" dirty="0" smtClean="0">
                <a:solidFill>
                  <a:srgbClr val="FFCC66"/>
                </a:solidFill>
              </a:rPr>
              <a:t>如何做</a:t>
            </a:r>
            <a:r>
              <a:rPr lang="zh-CN" altLang="en-US" dirty="0" smtClean="0"/>
              <a:t>？），包括：</a:t>
            </a:r>
            <a:endParaRPr lang="en-US" altLang="zh-CN" dirty="0" smtClean="0"/>
          </a:p>
          <a:p>
            <a:pPr marL="1300163" lvl="2" indent="-271463" eaLnBrk="1" hangingPunct="1">
              <a:lnSpc>
                <a:spcPct val="120000"/>
              </a:lnSpc>
              <a:defRPr/>
            </a:pPr>
            <a:r>
              <a:rPr lang="zh-CN" altLang="en-US" dirty="0" smtClean="0">
                <a:solidFill>
                  <a:srgbClr val="FFC000"/>
                </a:solidFill>
              </a:rPr>
              <a:t>概要设计</a:t>
            </a:r>
            <a:r>
              <a:rPr lang="zh-CN" altLang="en-US" dirty="0" smtClean="0"/>
              <a:t>：给</a:t>
            </a:r>
            <a:r>
              <a:rPr lang="zh-CN" altLang="en-US" dirty="0"/>
              <a:t>出程序的总体</a:t>
            </a:r>
            <a:r>
              <a:rPr lang="zh-CN" altLang="en-US" dirty="0" smtClean="0"/>
              <a:t>结构。</a:t>
            </a:r>
            <a:endParaRPr lang="en-US" altLang="zh-CN" dirty="0" smtClean="0"/>
          </a:p>
          <a:p>
            <a:pPr marL="1300163" lvl="2" indent="-271463" eaLnBrk="1" hangingPunct="1">
              <a:lnSpc>
                <a:spcPct val="120000"/>
              </a:lnSpc>
              <a:defRPr/>
            </a:pPr>
            <a:r>
              <a:rPr lang="zh-CN" altLang="en-US" dirty="0" smtClean="0">
                <a:solidFill>
                  <a:srgbClr val="FFC000"/>
                </a:solidFill>
              </a:rPr>
              <a:t>详细设计</a:t>
            </a:r>
            <a:r>
              <a:rPr lang="zh-CN" altLang="en-US" dirty="0" smtClean="0"/>
              <a:t>：给出具体的数据结构和算法。</a:t>
            </a:r>
            <a:endParaRPr lang="en-US" altLang="zh-CN" dirty="0" smtClean="0"/>
          </a:p>
          <a:p>
            <a:pPr marL="900113" lvl="1" indent="-271463" eaLnBrk="1" hangingPunct="1">
              <a:lnSpc>
                <a:spcPct val="120000"/>
              </a:lnSpc>
              <a:defRPr/>
            </a:pPr>
            <a:r>
              <a:rPr lang="zh-CN" altLang="en-US" dirty="0"/>
              <a:t>系统设计的</a:t>
            </a:r>
            <a:r>
              <a:rPr lang="zh-CN" altLang="en-US" dirty="0" smtClean="0"/>
              <a:t>结果往往是</a:t>
            </a:r>
            <a:r>
              <a:rPr lang="zh-CN" altLang="en-US" dirty="0"/>
              <a:t>以某种</a:t>
            </a:r>
            <a:r>
              <a:rPr lang="zh-CN" altLang="en-US" dirty="0">
                <a:solidFill>
                  <a:srgbClr val="FFC000"/>
                </a:solidFill>
              </a:rPr>
              <a:t>抽象的</a:t>
            </a:r>
            <a:r>
              <a:rPr lang="zh-CN" altLang="en-US" dirty="0"/>
              <a:t>不依赖于具体程序设计语言的形式来描述的。如：</a:t>
            </a:r>
            <a:r>
              <a:rPr lang="zh-CN" altLang="zh-CN" dirty="0">
                <a:solidFill>
                  <a:srgbClr val="FFC000"/>
                </a:solidFill>
                <a:effectLst/>
              </a:rPr>
              <a:t>功能模块结构图</a:t>
            </a:r>
            <a:r>
              <a:rPr lang="zh-CN" altLang="zh-CN" dirty="0">
                <a:effectLst/>
              </a:rPr>
              <a:t>、</a:t>
            </a:r>
            <a:r>
              <a:rPr lang="zh-CN" altLang="zh-CN" dirty="0">
                <a:solidFill>
                  <a:srgbClr val="FFC000"/>
                </a:solidFill>
                <a:effectLst/>
              </a:rPr>
              <a:t>流程图</a:t>
            </a:r>
            <a:r>
              <a:rPr lang="zh-CN" altLang="zh-CN" dirty="0">
                <a:effectLst/>
              </a:rPr>
              <a:t>、</a:t>
            </a:r>
            <a:r>
              <a:rPr lang="zh-CN" altLang="zh-CN" dirty="0">
                <a:solidFill>
                  <a:srgbClr val="FFC000"/>
                </a:solidFill>
                <a:effectLst/>
              </a:rPr>
              <a:t>类图</a:t>
            </a:r>
            <a:r>
              <a:rPr lang="zh-CN" altLang="zh-CN" dirty="0">
                <a:effectLst/>
              </a:rPr>
              <a:t>以及</a:t>
            </a:r>
            <a:r>
              <a:rPr lang="zh-CN" altLang="zh-CN" dirty="0">
                <a:solidFill>
                  <a:srgbClr val="FFC000"/>
                </a:solidFill>
                <a:effectLst/>
              </a:rPr>
              <a:t>伪代码</a:t>
            </a:r>
            <a:r>
              <a:rPr lang="zh-CN" altLang="zh-CN" dirty="0">
                <a:effectLst/>
              </a:rPr>
              <a:t>等</a:t>
            </a:r>
            <a:r>
              <a:rPr lang="zh-CN" altLang="en-US" dirty="0" smtClean="0">
                <a:effectLst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23528" y="1486172"/>
            <a:ext cx="8568952" cy="5255196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实现</a:t>
            </a:r>
            <a:endParaRPr lang="zh-CN" altLang="en-US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用某种</a:t>
            </a:r>
            <a:r>
              <a:rPr lang="zh-CN" altLang="en-US" dirty="0" smtClean="0">
                <a:solidFill>
                  <a:srgbClr val="FFC000"/>
                </a:solidFill>
              </a:rPr>
              <a:t>程序设计语言</a:t>
            </a:r>
            <a:r>
              <a:rPr lang="zh-CN" altLang="en-US" dirty="0" smtClean="0"/>
              <a:t>把系统设计的结果表示出来，即</a:t>
            </a:r>
            <a:r>
              <a:rPr lang="zh-CN" altLang="en-US" dirty="0" smtClean="0">
                <a:solidFill>
                  <a:srgbClr val="FFC000"/>
                </a:solidFill>
              </a:rPr>
              <a:t>编程</a:t>
            </a:r>
            <a:r>
              <a:rPr lang="zh-CN" altLang="en-US" dirty="0" smtClean="0"/>
              <a:t>（</a:t>
            </a:r>
            <a:r>
              <a:rPr lang="en-US" altLang="zh-CN" dirty="0" smtClean="0"/>
              <a:t>coding</a:t>
            </a:r>
            <a:r>
              <a:rPr lang="zh-CN" altLang="en-US" dirty="0" smtClean="0"/>
              <a:t>）。</a:t>
            </a:r>
            <a:endParaRPr lang="en-US" altLang="zh-CN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由于程序设计的大量工作是花在编程上的，常常把程序设计又称为编程。（编程有广义和狭义两个含义）</a:t>
            </a:r>
            <a:endParaRPr lang="zh-CN" altLang="en-US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/>
              <a:t>良好的编程</a:t>
            </a:r>
            <a:r>
              <a:rPr lang="zh-CN" altLang="en-US" dirty="0">
                <a:solidFill>
                  <a:srgbClr val="FFC000"/>
                </a:solidFill>
              </a:rPr>
              <a:t>风格</a:t>
            </a:r>
            <a:r>
              <a:rPr lang="zh-CN" altLang="en-US" dirty="0"/>
              <a:t>可以通过学习和训练来获得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测试</a:t>
            </a:r>
            <a:r>
              <a:rPr lang="zh-CN" altLang="en-US" dirty="0"/>
              <a:t>与调试 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程序可能含有错误，其中包括逻辑错误和运行异常错误。</a:t>
            </a:r>
            <a:endParaRPr lang="en-US" altLang="zh-CN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>
                <a:solidFill>
                  <a:schemeClr val="folHlink"/>
                </a:solidFill>
              </a:rPr>
              <a:t>测试</a:t>
            </a:r>
            <a:r>
              <a:rPr lang="zh-CN" altLang="en-US" dirty="0" smtClean="0"/>
              <a:t>（</a:t>
            </a:r>
            <a:r>
              <a:rPr lang="en-US" altLang="zh-CN" dirty="0" smtClean="0"/>
              <a:t>test</a:t>
            </a:r>
            <a:r>
              <a:rPr lang="zh-CN" altLang="en-US" dirty="0" smtClean="0"/>
              <a:t>）是通过一些测试数据来运行程序，查看结果与预期是否相符。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如果发现程序有错，就需要对错误进行定位，这个过程称为</a:t>
            </a:r>
            <a:r>
              <a:rPr lang="zh-CN" altLang="en-US" dirty="0" smtClean="0">
                <a:solidFill>
                  <a:schemeClr val="folHlink"/>
                </a:solidFill>
              </a:rPr>
              <a:t>调试</a:t>
            </a:r>
            <a:r>
              <a:rPr lang="zh-CN" altLang="en-US" dirty="0" smtClean="0"/>
              <a:t>（</a:t>
            </a:r>
            <a:r>
              <a:rPr lang="en-US" altLang="zh-CN" dirty="0" smtClean="0"/>
              <a:t>debug</a:t>
            </a:r>
            <a:r>
              <a:rPr lang="zh-CN" altLang="en-US" dirty="0" smtClean="0"/>
              <a:t>）。 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9366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程序设计步骤（续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39825"/>
          </a:xfrm>
        </p:spPr>
        <p:txBody>
          <a:bodyPr/>
          <a:lstStyle/>
          <a:p>
            <a:r>
              <a:rPr lang="zh-CN" altLang="en-US" dirty="0"/>
              <a:t>程序设计步骤（</a:t>
            </a:r>
            <a:r>
              <a:rPr lang="zh-CN" altLang="en-US" dirty="0" smtClean="0"/>
              <a:t>续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90563"/>
            <a:ext cx="8229600" cy="3666629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dirty="0"/>
              <a:t>运行维护 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dirty="0">
                <a:solidFill>
                  <a:srgbClr val="FFC000"/>
                </a:solidFill>
              </a:rPr>
              <a:t>所有的测试手段只能发现程序有错误，而不能证明程序没有错误！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dirty="0"/>
              <a:t>在程序使用中发现错误并改正错误的过程称为</a:t>
            </a:r>
            <a:r>
              <a:rPr lang="zh-CN" altLang="en-US" dirty="0">
                <a:solidFill>
                  <a:schemeClr val="folHlink"/>
                </a:solidFill>
              </a:rPr>
              <a:t>维护</a:t>
            </a:r>
            <a:r>
              <a:rPr lang="zh-CN" altLang="en-US" dirty="0"/>
              <a:t>，包括：</a:t>
            </a:r>
            <a:endParaRPr lang="en-US" altLang="zh-CN" dirty="0"/>
          </a:p>
          <a:p>
            <a:pPr lvl="2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正确性维护：改正程序中的错误。</a:t>
            </a:r>
            <a:endParaRPr lang="en-US" altLang="zh-CN" dirty="0" smtClean="0"/>
          </a:p>
          <a:p>
            <a:pPr lvl="2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完善性维护：完善程序的功能。</a:t>
            </a:r>
            <a:endParaRPr lang="en-US" altLang="zh-CN" dirty="0" smtClean="0"/>
          </a:p>
          <a:p>
            <a:pPr lvl="2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适应性维护：把程序从一个平台移植到另一个平台上。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89708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85725"/>
            <a:ext cx="7772400" cy="11112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程序设计语言 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412" y="1556792"/>
            <a:ext cx="8497068" cy="5068888"/>
          </a:xfrm>
        </p:spPr>
        <p:txBody>
          <a:bodyPr/>
          <a:lstStyle/>
          <a:p>
            <a:pPr marL="357188" indent="-357188" eaLnBrk="1" hangingPunct="1">
              <a:defRPr/>
            </a:pPr>
            <a:r>
              <a:rPr lang="zh-CN" altLang="en-US" dirty="0" smtClean="0"/>
              <a:t>程序设计的结果需要用一种</a:t>
            </a:r>
            <a:r>
              <a:rPr lang="zh-CN" altLang="en-US" dirty="0" smtClean="0">
                <a:solidFill>
                  <a:srgbClr val="FFC000"/>
                </a:solidFill>
              </a:rPr>
              <a:t>能被计算机接受的语言</a:t>
            </a:r>
            <a:r>
              <a:rPr lang="zh-CN" altLang="en-US" dirty="0" smtClean="0"/>
              <a:t>（称为编程语言或程序设计语言）</a:t>
            </a:r>
            <a:r>
              <a:rPr lang="zh-CN" altLang="en-US" dirty="0"/>
              <a:t>表示</a:t>
            </a:r>
            <a:r>
              <a:rPr lang="zh-CN" altLang="en-US" dirty="0" smtClean="0"/>
              <a:t>出来（</a:t>
            </a:r>
            <a:r>
              <a:rPr lang="en-US" altLang="zh-CN" dirty="0" smtClean="0"/>
              <a:t>Coding</a:t>
            </a:r>
            <a:r>
              <a:rPr lang="zh-CN" altLang="en-US" dirty="0" smtClean="0"/>
              <a:t>）。</a:t>
            </a:r>
          </a:p>
          <a:p>
            <a:pPr marL="357188" indent="-357188" eaLnBrk="1" hangingPunct="1">
              <a:defRPr/>
            </a:pPr>
            <a:r>
              <a:rPr lang="zh-CN" altLang="en-US" dirty="0" smtClean="0"/>
              <a:t>根据与计算机指令系统和人们解决问题所采用的描述语言（如：数学语言）的接近程度，常常把编程语言分为：</a:t>
            </a:r>
          </a:p>
          <a:p>
            <a:pPr marL="823913" lvl="1" eaLnBrk="1" hangingPunct="1">
              <a:defRPr/>
            </a:pPr>
            <a:r>
              <a:rPr lang="zh-CN" altLang="en-US" dirty="0" smtClean="0"/>
              <a:t> 低级语言</a:t>
            </a:r>
          </a:p>
          <a:p>
            <a:pPr marL="823913" lvl="1" eaLnBrk="1" hangingPunct="1">
              <a:defRPr/>
            </a:pPr>
            <a:r>
              <a:rPr lang="zh-CN" altLang="en-US" dirty="0" smtClean="0"/>
              <a:t> 高级语言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373410"/>
            <a:ext cx="7772400" cy="8953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低级语言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537" y="1628800"/>
            <a:ext cx="8280920" cy="5040560"/>
          </a:xfrm>
        </p:spPr>
        <p:txBody>
          <a:bodyPr>
            <a:normAutofit/>
          </a:bodyPr>
          <a:lstStyle/>
          <a:p>
            <a:pPr marL="357188" indent="-357188" eaLnBrk="1" hangingPunct="1">
              <a:defRPr/>
            </a:pPr>
            <a:r>
              <a:rPr lang="zh-CN" altLang="en-US" dirty="0" smtClean="0">
                <a:solidFill>
                  <a:schemeClr val="folHlink"/>
                </a:solidFill>
              </a:rPr>
              <a:t>低级语言</a:t>
            </a:r>
            <a:r>
              <a:rPr lang="zh-CN" altLang="en-US" dirty="0" smtClean="0"/>
              <a:t>是指特定计算机能够直接理解的语言（或与之直接对应的语言）。包括：</a:t>
            </a:r>
          </a:p>
          <a:p>
            <a:pPr marL="908050" lvl="1" eaLnBrk="1" hangingPunct="1">
              <a:defRPr/>
            </a:pPr>
            <a:r>
              <a:rPr lang="zh-CN" altLang="en-US" dirty="0" smtClean="0">
                <a:solidFill>
                  <a:schemeClr val="folHlink"/>
                </a:solidFill>
              </a:rPr>
              <a:t>机器语言</a:t>
            </a:r>
            <a:endParaRPr lang="en-US" altLang="zh-CN" dirty="0" smtClean="0">
              <a:solidFill>
                <a:schemeClr val="folHlink"/>
              </a:solidFill>
            </a:endParaRPr>
          </a:p>
          <a:p>
            <a:pPr marL="1308100" lvl="2" eaLnBrk="1" hangingPunct="1">
              <a:defRPr/>
            </a:pPr>
            <a:r>
              <a:rPr lang="zh-CN" altLang="en-US" dirty="0"/>
              <a:t>用二进制编码来表示操作以及操作数的存储位置。</a:t>
            </a:r>
          </a:p>
          <a:p>
            <a:pPr marL="908050" lvl="1" eaLnBrk="1" hangingPunct="1">
              <a:defRPr/>
            </a:pPr>
            <a:r>
              <a:rPr lang="zh-CN" altLang="en-US" dirty="0" smtClean="0">
                <a:solidFill>
                  <a:schemeClr val="folHlink"/>
                </a:solidFill>
              </a:rPr>
              <a:t>汇编语言</a:t>
            </a:r>
            <a:endParaRPr lang="en-US" altLang="zh-CN" dirty="0" smtClean="0">
              <a:solidFill>
                <a:schemeClr val="folHlink"/>
              </a:solidFill>
            </a:endParaRPr>
          </a:p>
          <a:p>
            <a:pPr marL="1308100" lvl="2" eaLnBrk="1" hangingPunct="1">
              <a:defRPr/>
            </a:pPr>
            <a:r>
              <a:rPr lang="zh-CN" altLang="en-US" dirty="0" smtClean="0"/>
              <a:t>用符号名来表示操作和操作数的存储位置，使得程序容易编写和增加程序的易读性。</a:t>
            </a:r>
            <a:endParaRPr lang="en-US" altLang="zh-CN" dirty="0" smtClean="0"/>
          </a:p>
          <a:p>
            <a:pPr marL="1308100" lvl="2" eaLnBrk="1" hangingPunct="1">
              <a:defRPr/>
            </a:pPr>
            <a:r>
              <a:rPr lang="zh-CN" altLang="en-US" dirty="0" smtClean="0"/>
              <a:t>汇编语言与机器语言有一一对应的关系，但它需要翻译成机器语言才能执行，这个过程叫做</a:t>
            </a:r>
            <a:r>
              <a:rPr lang="zh-CN" altLang="en-US" dirty="0" smtClean="0">
                <a:solidFill>
                  <a:schemeClr val="folHlink"/>
                </a:solidFill>
              </a:rPr>
              <a:t>汇编</a:t>
            </a:r>
            <a:r>
              <a:rPr lang="zh-CN" altLang="en-US" dirty="0" smtClean="0"/>
              <a:t>。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高级语言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988840"/>
            <a:ext cx="8435280" cy="4680520"/>
          </a:xfrm>
        </p:spPr>
        <p:txBody>
          <a:bodyPr>
            <a:normAutofit/>
          </a:bodyPr>
          <a:lstStyle/>
          <a:p>
            <a:pPr marL="357188" indent="-357188" eaLnBrk="1" hangingPunct="1">
              <a:lnSpc>
                <a:spcPct val="110000"/>
              </a:lnSpc>
              <a:defRPr/>
            </a:pPr>
            <a:r>
              <a:rPr lang="zh-CN" altLang="en-US" dirty="0" smtClean="0">
                <a:solidFill>
                  <a:schemeClr val="folHlink"/>
                </a:solidFill>
              </a:rPr>
              <a:t>高级语言</a:t>
            </a:r>
            <a:r>
              <a:rPr lang="zh-CN" altLang="en-US" dirty="0" smtClean="0"/>
              <a:t>是</a:t>
            </a:r>
            <a:r>
              <a:rPr lang="zh-CN" altLang="en-US" dirty="0"/>
              <a:t>指人容易理解和有利于人对解题过程进行描述的程序语言。</a:t>
            </a:r>
            <a:endParaRPr lang="en-US" altLang="zh-CN" dirty="0"/>
          </a:p>
          <a:p>
            <a:pPr marL="357188" indent="-357188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通常所讲的</a:t>
            </a:r>
            <a:r>
              <a:rPr lang="zh-CN" altLang="en-US" dirty="0" smtClean="0">
                <a:solidFill>
                  <a:schemeClr val="folHlink"/>
                </a:solidFill>
              </a:rPr>
              <a:t>程序设计语言</a:t>
            </a:r>
            <a:r>
              <a:rPr lang="zh-CN" altLang="en-US" dirty="0" smtClean="0"/>
              <a:t>往往指的是高级语言。</a:t>
            </a:r>
          </a:p>
          <a:p>
            <a:pPr marL="357188" indent="-357188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高级语言</a:t>
            </a:r>
            <a:r>
              <a:rPr lang="zh-CN" altLang="en-US" dirty="0"/>
              <a:t>需要翻译成机器语言或汇编语言</a:t>
            </a:r>
            <a:r>
              <a:rPr lang="zh-CN" altLang="en-US" dirty="0" smtClean="0"/>
              <a:t>才能在计算机上执行。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54170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0"/>
            <a:ext cx="8569325" cy="11969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低级语言与高级语言程序的比较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1341438"/>
            <a:ext cx="8785225" cy="532765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zh-CN" altLang="en-US" dirty="0" smtClean="0"/>
              <a:t>计算</a:t>
            </a:r>
            <a:r>
              <a:rPr lang="en-US" altLang="zh-CN" dirty="0" smtClean="0"/>
              <a:t>r=</a:t>
            </a:r>
            <a:r>
              <a:rPr lang="en-US" altLang="zh-CN" dirty="0" err="1" smtClean="0"/>
              <a:t>a+b</a:t>
            </a:r>
            <a:r>
              <a:rPr lang="en-US" altLang="zh-CN" dirty="0" smtClean="0"/>
              <a:t>*c-d</a:t>
            </a:r>
            <a:r>
              <a:rPr lang="zh-CN" altLang="en-US" dirty="0" smtClean="0"/>
              <a:t>的值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用汇编语言可写成：</a:t>
            </a:r>
            <a:endParaRPr lang="en-US" altLang="zh-CN" dirty="0" smtClean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zh-CN" altLang="en-US" dirty="0"/>
              <a:t>		</a:t>
            </a:r>
            <a:r>
              <a:rPr lang="en-US" altLang="zh-CN" sz="2800" dirty="0" err="1" smtClean="0"/>
              <a:t>mov</a:t>
            </a:r>
            <a:r>
              <a:rPr lang="en-US" altLang="zh-CN" sz="2800" dirty="0" smtClean="0"/>
              <a:t> </a:t>
            </a:r>
            <a:r>
              <a:rPr lang="en-US" altLang="zh-CN" sz="2800" dirty="0" err="1" smtClean="0"/>
              <a:t>ax,b</a:t>
            </a:r>
            <a:endParaRPr lang="en-US" altLang="zh-CN" sz="2800" dirty="0" smtClean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800" dirty="0" smtClean="0"/>
              <a:t>		</a:t>
            </a:r>
            <a:r>
              <a:rPr lang="en-US" altLang="zh-CN" sz="2800" dirty="0" err="1" smtClean="0"/>
              <a:t>mul</a:t>
            </a:r>
            <a:r>
              <a:rPr lang="en-US" altLang="zh-CN" sz="2800" dirty="0" smtClean="0"/>
              <a:t> </a:t>
            </a:r>
            <a:r>
              <a:rPr lang="en-US" altLang="zh-CN" sz="2800" dirty="0" err="1" smtClean="0"/>
              <a:t>ax,c</a:t>
            </a:r>
            <a:endParaRPr lang="en-US" altLang="zh-CN" sz="2800" dirty="0" smtClean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800" dirty="0" smtClean="0"/>
              <a:t>		add </a:t>
            </a:r>
            <a:r>
              <a:rPr lang="en-US" altLang="zh-CN" sz="2800" dirty="0" err="1" smtClean="0"/>
              <a:t>ax,a</a:t>
            </a:r>
            <a:endParaRPr lang="en-US" altLang="zh-CN" sz="2800" dirty="0" smtClean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800" dirty="0" smtClean="0"/>
              <a:t>		sub </a:t>
            </a:r>
            <a:r>
              <a:rPr lang="en-US" altLang="zh-CN" sz="2800" dirty="0" err="1" smtClean="0"/>
              <a:t>ax,d</a:t>
            </a:r>
            <a:endParaRPr lang="en-US" altLang="zh-CN" sz="2800" dirty="0" smtClean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800" dirty="0" smtClean="0"/>
              <a:t>		</a:t>
            </a:r>
            <a:r>
              <a:rPr lang="en-US" altLang="zh-CN" sz="2800" dirty="0" err="1" smtClean="0"/>
              <a:t>mov</a:t>
            </a:r>
            <a:r>
              <a:rPr lang="en-US" altLang="zh-CN" sz="2800" dirty="0" smtClean="0"/>
              <a:t> </a:t>
            </a:r>
            <a:r>
              <a:rPr lang="en-US" altLang="zh-CN" sz="2800" dirty="0" err="1" smtClean="0"/>
              <a:t>r,ax</a:t>
            </a:r>
            <a:endParaRPr lang="en-US" altLang="zh-CN" sz="2800" dirty="0" smtClean="0"/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altLang="zh-CN" dirty="0" err="1" smtClean="0"/>
              <a:t>mov</a:t>
            </a:r>
            <a:r>
              <a:rPr lang="zh-CN" altLang="en-US" dirty="0"/>
              <a:t>、</a:t>
            </a:r>
            <a:r>
              <a:rPr lang="en-US" altLang="zh-CN" dirty="0" err="1"/>
              <a:t>mul</a:t>
            </a:r>
            <a:r>
              <a:rPr lang="zh-CN" altLang="en-US" dirty="0"/>
              <a:t>、</a:t>
            </a:r>
            <a:r>
              <a:rPr lang="en-US" altLang="zh-CN" dirty="0"/>
              <a:t>add</a:t>
            </a:r>
            <a:r>
              <a:rPr lang="zh-CN" altLang="en-US" dirty="0"/>
              <a:t>、</a:t>
            </a:r>
            <a:r>
              <a:rPr lang="en-US" altLang="zh-CN" dirty="0"/>
              <a:t>sub</a:t>
            </a:r>
            <a:r>
              <a:rPr lang="zh-CN" altLang="en-US" dirty="0"/>
              <a:t>是计算机指令</a:t>
            </a:r>
            <a:endParaRPr lang="en-US" altLang="zh-CN" dirty="0"/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altLang="zh-CN" dirty="0"/>
              <a:t>ax</a:t>
            </a:r>
            <a:r>
              <a:rPr lang="zh-CN" altLang="en-US" dirty="0"/>
              <a:t>是</a:t>
            </a:r>
            <a:r>
              <a:rPr lang="en-US" altLang="zh-CN" dirty="0" err="1"/>
              <a:t>cpu</a:t>
            </a:r>
            <a:r>
              <a:rPr lang="zh-CN" altLang="en-US" dirty="0"/>
              <a:t>内部的一个寄存器</a:t>
            </a:r>
            <a:endParaRPr lang="en-US" altLang="zh-CN" dirty="0"/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altLang="zh-CN" dirty="0"/>
              <a:t>a</a:t>
            </a:r>
            <a:r>
              <a:rPr lang="zh-CN" altLang="en-US" dirty="0"/>
              <a:t>、</a:t>
            </a:r>
            <a:r>
              <a:rPr lang="en-US" altLang="zh-CN" dirty="0"/>
              <a:t>b</a:t>
            </a:r>
            <a:r>
              <a:rPr lang="zh-CN" altLang="en-US" dirty="0"/>
              <a:t>、</a:t>
            </a:r>
            <a:r>
              <a:rPr lang="en-US" altLang="zh-CN" dirty="0"/>
              <a:t>c</a:t>
            </a:r>
            <a:r>
              <a:rPr lang="zh-CN" altLang="en-US" dirty="0"/>
              <a:t>、</a:t>
            </a:r>
            <a:r>
              <a:rPr lang="en-US" altLang="zh-CN" dirty="0"/>
              <a:t>d</a:t>
            </a:r>
            <a:r>
              <a:rPr lang="zh-CN" altLang="en-US" dirty="0"/>
              <a:t>、</a:t>
            </a:r>
            <a:r>
              <a:rPr lang="en-US" altLang="zh-CN" dirty="0"/>
              <a:t>r</a:t>
            </a:r>
            <a:r>
              <a:rPr lang="zh-CN" altLang="en-US" dirty="0"/>
              <a:t>表示数据的</a:t>
            </a:r>
            <a:r>
              <a:rPr lang="zh-CN" altLang="en-US" dirty="0" smtClean="0"/>
              <a:t>内存地址</a:t>
            </a:r>
            <a:endParaRPr lang="zh-CN" altLang="en-US" dirty="0"/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US" dirty="0" smtClean="0"/>
              <a:t>用高级语言可直接写成：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zh-CN" altLang="en-US" sz="2800" dirty="0" smtClean="0"/>
              <a:t>		</a:t>
            </a:r>
            <a:r>
              <a:rPr lang="en-US" altLang="zh-CN" sz="2800" dirty="0" smtClean="0"/>
              <a:t>r = </a:t>
            </a:r>
            <a:r>
              <a:rPr lang="en-US" altLang="zh-CN" sz="2800" dirty="0" err="1" smtClean="0"/>
              <a:t>a+b</a:t>
            </a:r>
            <a:r>
              <a:rPr lang="en-US" altLang="zh-CN" sz="2800" dirty="0" smtClean="0"/>
              <a:t>*c-d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altLang="zh-CN" dirty="0" smtClean="0"/>
              <a:t> a</a:t>
            </a:r>
            <a:r>
              <a:rPr lang="zh-CN" altLang="en-US" dirty="0" smtClean="0"/>
              <a:t>、</a:t>
            </a:r>
            <a:r>
              <a:rPr lang="en-US" altLang="zh-CN" dirty="0" smtClean="0"/>
              <a:t>b</a:t>
            </a:r>
            <a:r>
              <a:rPr lang="zh-CN" altLang="en-US" dirty="0" smtClean="0"/>
              <a:t>、</a:t>
            </a:r>
            <a:r>
              <a:rPr lang="en-US" altLang="zh-CN" dirty="0" smtClean="0"/>
              <a:t>c</a:t>
            </a:r>
            <a:r>
              <a:rPr lang="zh-CN" altLang="en-US" dirty="0" smtClean="0"/>
              <a:t>、</a:t>
            </a:r>
            <a:r>
              <a:rPr lang="en-US" altLang="zh-CN" dirty="0" smtClean="0"/>
              <a:t>d</a:t>
            </a:r>
            <a:r>
              <a:rPr lang="zh-CN" altLang="en-US" dirty="0" smtClean="0"/>
              <a:t>、</a:t>
            </a:r>
            <a:r>
              <a:rPr lang="en-US" altLang="zh-CN" dirty="0" smtClean="0"/>
              <a:t>r </a:t>
            </a:r>
            <a:r>
              <a:rPr lang="zh-CN" altLang="en-US" dirty="0" smtClean="0"/>
              <a:t>是变量名</a:t>
            </a:r>
            <a:endParaRPr lang="en-US" altLang="zh-CN" dirty="0" smtClean="0"/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altLang="zh-CN" dirty="0" smtClean="0"/>
              <a:t>=</a:t>
            </a:r>
            <a:r>
              <a:rPr lang="zh-CN" altLang="en-US" dirty="0" smtClean="0"/>
              <a:t>、</a:t>
            </a:r>
            <a:r>
              <a:rPr lang="en-US" altLang="zh-CN" dirty="0" smtClean="0"/>
              <a:t>+</a:t>
            </a:r>
            <a:r>
              <a:rPr lang="zh-CN" altLang="en-US" dirty="0" smtClean="0"/>
              <a:t>、</a:t>
            </a:r>
            <a:r>
              <a:rPr lang="en-US" altLang="zh-CN" dirty="0" smtClean="0"/>
              <a:t>*</a:t>
            </a:r>
            <a:r>
              <a:rPr lang="zh-CN" altLang="en-US" dirty="0" smtClean="0"/>
              <a:t>、</a:t>
            </a:r>
            <a:r>
              <a:rPr lang="en-US" altLang="zh-CN" dirty="0" smtClean="0"/>
              <a:t>- </a:t>
            </a:r>
            <a:r>
              <a:rPr lang="zh-CN" altLang="en-US" dirty="0" smtClean="0"/>
              <a:t>是操作符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476672"/>
            <a:ext cx="8229600" cy="579755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zh-CN" altLang="en-US" dirty="0" smtClean="0"/>
              <a:t>低级语言的优、缺点</a:t>
            </a:r>
          </a:p>
          <a:p>
            <a:pPr lvl="1" eaLnBrk="1" hangingPunct="1">
              <a:defRPr/>
            </a:pPr>
            <a:r>
              <a:rPr lang="zh-CN" altLang="en-US" dirty="0" smtClean="0">
                <a:solidFill>
                  <a:srgbClr val="FFC000"/>
                </a:solidFill>
              </a:rPr>
              <a:t>优点</a:t>
            </a:r>
            <a:r>
              <a:rPr lang="zh-CN" altLang="en-US" dirty="0"/>
              <a:t>：用其编写的</a:t>
            </a:r>
            <a:r>
              <a:rPr lang="zh-CN" altLang="en-US" dirty="0" smtClean="0"/>
              <a:t>程序效率比较高，包括执行速度快和占用空间少。</a:t>
            </a:r>
          </a:p>
          <a:p>
            <a:pPr lvl="1" eaLnBrk="1" hangingPunct="1">
              <a:defRPr/>
            </a:pPr>
            <a:r>
              <a:rPr lang="zh-CN" altLang="en-US" dirty="0" smtClean="0">
                <a:solidFill>
                  <a:srgbClr val="FFC000"/>
                </a:solidFill>
              </a:rPr>
              <a:t>缺点</a:t>
            </a:r>
            <a:r>
              <a:rPr lang="zh-CN" altLang="en-US" dirty="0" smtClean="0"/>
              <a:t>：程序的编写、理解与维护比较困难，难以保证程序的正确性；可移植性差（与运行的平台相关）。</a:t>
            </a:r>
          </a:p>
          <a:p>
            <a:pPr eaLnBrk="1" hangingPunct="1">
              <a:defRPr/>
            </a:pPr>
            <a:r>
              <a:rPr lang="zh-CN" altLang="en-US" dirty="0" smtClean="0"/>
              <a:t>高级语言的优、缺点</a:t>
            </a:r>
          </a:p>
          <a:p>
            <a:pPr lvl="1" eaLnBrk="1" hangingPunct="1">
              <a:defRPr/>
            </a:pPr>
            <a:r>
              <a:rPr lang="zh-CN" altLang="en-US" dirty="0" smtClean="0">
                <a:solidFill>
                  <a:srgbClr val="FFC000"/>
                </a:solidFill>
              </a:rPr>
              <a:t>优点</a:t>
            </a:r>
            <a:r>
              <a:rPr lang="zh-CN" altLang="en-US" dirty="0" smtClean="0"/>
              <a:t>：程序的编写、理解与维护比较容易，有利于保证程序正确性；可移植性好（与运行的平台无关）。</a:t>
            </a:r>
          </a:p>
          <a:p>
            <a:pPr lvl="1" eaLnBrk="1" hangingPunct="1">
              <a:defRPr/>
            </a:pPr>
            <a:r>
              <a:rPr lang="zh-CN" altLang="en-US" dirty="0" smtClean="0">
                <a:solidFill>
                  <a:srgbClr val="FFC000"/>
                </a:solidFill>
              </a:rPr>
              <a:t>缺点</a:t>
            </a:r>
            <a:r>
              <a:rPr lang="zh-CN" altLang="en-US" dirty="0" smtClean="0"/>
              <a:t>：用其编写的程序相对于用低级语言编写的程序效率要低，翻译成的机器指令数量较大 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6985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高级语言的翻译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6024" y="1484784"/>
            <a:ext cx="8748464" cy="5112568"/>
          </a:xfrm>
        </p:spPr>
        <p:txBody>
          <a:bodyPr>
            <a:normAutofit lnSpcReduction="10000"/>
          </a:bodyPr>
          <a:lstStyle/>
          <a:p>
            <a:pPr marL="357188" indent="-357188" eaLnBrk="1" hangingPunct="1">
              <a:lnSpc>
                <a:spcPct val="120000"/>
              </a:lnSpc>
              <a:defRPr/>
            </a:pPr>
            <a:r>
              <a:rPr lang="zh-CN" altLang="en-US" dirty="0"/>
              <a:t>高级语言的</a:t>
            </a:r>
            <a:r>
              <a:rPr lang="zh-CN" altLang="en-US" dirty="0" smtClean="0"/>
              <a:t>翻译一般有</a:t>
            </a:r>
            <a:r>
              <a:rPr lang="zh-CN" altLang="en-US" dirty="0" smtClean="0">
                <a:solidFill>
                  <a:srgbClr val="FFC000"/>
                </a:solidFill>
              </a:rPr>
              <a:t>编译</a:t>
            </a:r>
            <a:r>
              <a:rPr lang="zh-CN" altLang="en-US" dirty="0" smtClean="0"/>
              <a:t>与</a:t>
            </a:r>
            <a:r>
              <a:rPr lang="zh-CN" altLang="en-US" dirty="0" smtClean="0">
                <a:solidFill>
                  <a:srgbClr val="FFC000"/>
                </a:solidFill>
              </a:rPr>
              <a:t>解释</a:t>
            </a:r>
            <a:r>
              <a:rPr lang="zh-CN" altLang="en-US" dirty="0" smtClean="0"/>
              <a:t>两种方式。</a:t>
            </a:r>
          </a:p>
          <a:p>
            <a:pPr marL="423863" eaLnBrk="1" hangingPunct="1">
              <a:lnSpc>
                <a:spcPct val="120000"/>
              </a:lnSpc>
              <a:defRPr/>
            </a:pPr>
            <a:r>
              <a:rPr lang="zh-CN" altLang="en-US" dirty="0" smtClean="0">
                <a:solidFill>
                  <a:srgbClr val="FFC000"/>
                </a:solidFill>
              </a:rPr>
              <a:t>编译</a:t>
            </a:r>
            <a:r>
              <a:rPr lang="zh-CN" altLang="en-US" dirty="0" smtClean="0"/>
              <a:t>方式</a:t>
            </a:r>
          </a:p>
          <a:p>
            <a:pPr marL="831850"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把高级语言程序（称为</a:t>
            </a:r>
            <a:r>
              <a:rPr lang="zh-CN" altLang="en-US" dirty="0" smtClean="0">
                <a:solidFill>
                  <a:schemeClr val="folHlink"/>
                </a:solidFill>
              </a:rPr>
              <a:t>源代码程序，</a:t>
            </a:r>
            <a:r>
              <a:rPr lang="zh-CN" altLang="en-US" dirty="0" smtClean="0"/>
              <a:t>简称</a:t>
            </a:r>
            <a:r>
              <a:rPr lang="zh-CN" altLang="en-US" dirty="0" smtClean="0">
                <a:solidFill>
                  <a:schemeClr val="folHlink"/>
                </a:solidFill>
              </a:rPr>
              <a:t>源程序</a:t>
            </a:r>
            <a:r>
              <a:rPr lang="zh-CN" altLang="en-US" dirty="0" smtClean="0"/>
              <a:t>）首先翻译成功能上等价的机器语言程序（称为</a:t>
            </a:r>
            <a:r>
              <a:rPr lang="zh-CN" altLang="en-US" dirty="0" smtClean="0">
                <a:solidFill>
                  <a:schemeClr val="folHlink"/>
                </a:solidFill>
              </a:rPr>
              <a:t>目标代码程序</a:t>
            </a:r>
            <a:r>
              <a:rPr lang="zh-CN" altLang="en-US" dirty="0" smtClean="0"/>
              <a:t>）或汇编语言程序（再通过汇编程序把它翻译成目标代码程序）。</a:t>
            </a:r>
            <a:endParaRPr lang="en-US" altLang="zh-CN" dirty="0" smtClean="0"/>
          </a:p>
          <a:p>
            <a:pPr marL="831850"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然后执行目标代码程序。在目标代码程序的执行中不再需要源程序。</a:t>
            </a:r>
            <a:endParaRPr lang="en-US" altLang="zh-CN" dirty="0" smtClean="0"/>
          </a:p>
          <a:p>
            <a:pPr marL="831850"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翻译工作由</a:t>
            </a:r>
            <a:r>
              <a:rPr lang="zh-CN" altLang="en-US" dirty="0" smtClean="0">
                <a:solidFill>
                  <a:srgbClr val="FFC000"/>
                </a:solidFill>
              </a:rPr>
              <a:t>编译程序</a:t>
            </a:r>
            <a:r>
              <a:rPr lang="zh-CN" altLang="en-US" dirty="0" smtClean="0"/>
              <a:t>完成。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2060848"/>
            <a:ext cx="8686800" cy="4248472"/>
          </a:xfrm>
        </p:spPr>
        <p:txBody>
          <a:bodyPr>
            <a:normAutofit/>
          </a:bodyPr>
          <a:lstStyle/>
          <a:p>
            <a:pPr marL="423863" eaLnBrk="1" hangingPunct="1">
              <a:lnSpc>
                <a:spcPct val="120000"/>
              </a:lnSpc>
              <a:defRPr/>
            </a:pPr>
            <a:r>
              <a:rPr lang="zh-CN" altLang="en-US" dirty="0" smtClean="0">
                <a:solidFill>
                  <a:srgbClr val="FFC000"/>
                </a:solidFill>
              </a:rPr>
              <a:t>解释</a:t>
            </a:r>
            <a:r>
              <a:rPr lang="zh-CN" altLang="en-US" dirty="0" smtClean="0"/>
              <a:t>方式</a:t>
            </a:r>
            <a:endParaRPr lang="zh-CN" altLang="en-US" dirty="0"/>
          </a:p>
          <a:p>
            <a:pPr marL="831850" lvl="1" eaLnBrk="1" hangingPunct="1">
              <a:lnSpc>
                <a:spcPct val="120000"/>
              </a:lnSpc>
              <a:defRPr/>
            </a:pPr>
            <a:r>
              <a:rPr lang="zh-CN" altLang="en-US" dirty="0"/>
              <a:t>对</a:t>
            </a:r>
            <a:r>
              <a:rPr lang="zh-CN" altLang="en-US" dirty="0" smtClean="0"/>
              <a:t>源程序</a:t>
            </a:r>
            <a:r>
              <a:rPr lang="zh-CN" altLang="en-US" dirty="0"/>
              <a:t>中的</a:t>
            </a:r>
            <a:r>
              <a:rPr lang="zh-CN" altLang="en-US" dirty="0" smtClean="0"/>
              <a:t>语句</a:t>
            </a:r>
            <a:r>
              <a:rPr lang="zh-CN" altLang="en-US" dirty="0" smtClean="0">
                <a:solidFill>
                  <a:srgbClr val="FFC000"/>
                </a:solidFill>
              </a:rPr>
              <a:t>逐条</a:t>
            </a:r>
            <a:r>
              <a:rPr lang="zh-CN" altLang="en-US" dirty="0"/>
              <a:t>进行翻译成目标代码并执行，翻译完了程序也就执行完了。</a:t>
            </a:r>
            <a:endParaRPr lang="en-US" altLang="zh-CN" dirty="0"/>
          </a:p>
          <a:p>
            <a:pPr marL="831850" lvl="1" eaLnBrk="1" hangingPunct="1">
              <a:lnSpc>
                <a:spcPct val="120000"/>
              </a:lnSpc>
              <a:defRPr/>
            </a:pPr>
            <a:r>
              <a:rPr lang="zh-CN" altLang="en-US" dirty="0"/>
              <a:t>这种翻译方式不产生目标代码程序，程序的每次执行都需要源程序。 </a:t>
            </a:r>
            <a:endParaRPr lang="en-US" altLang="zh-CN" dirty="0"/>
          </a:p>
          <a:p>
            <a:pPr marL="831850" lvl="1" eaLnBrk="1" hangingPunct="1">
              <a:lnSpc>
                <a:spcPct val="120000"/>
              </a:lnSpc>
              <a:defRPr/>
            </a:pPr>
            <a:r>
              <a:rPr lang="zh-CN" altLang="en-US" dirty="0"/>
              <a:t>翻译工作由</a:t>
            </a:r>
            <a:r>
              <a:rPr lang="zh-CN" altLang="en-US" dirty="0">
                <a:solidFill>
                  <a:srgbClr val="FFC000"/>
                </a:solidFill>
              </a:rPr>
              <a:t>解释程序</a:t>
            </a:r>
            <a:r>
              <a:rPr lang="zh-CN" altLang="en-US" dirty="0"/>
              <a:t>完成</a:t>
            </a:r>
            <a:r>
              <a:rPr lang="zh-CN" altLang="en-US" dirty="0" smtClean="0"/>
              <a:t>。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795887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31800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两种</a:t>
            </a:r>
            <a:r>
              <a:rPr lang="zh-CN" altLang="en-US" dirty="0"/>
              <a:t>方式</a:t>
            </a:r>
            <a:r>
              <a:rPr lang="zh-CN" altLang="en-US" dirty="0" smtClean="0"/>
              <a:t>的混合</a:t>
            </a:r>
            <a:endParaRPr lang="en-US" altLang="zh-CN" dirty="0"/>
          </a:p>
          <a:p>
            <a:pPr marL="831850" lvl="1" eaLnBrk="1" hangingPunct="1">
              <a:lnSpc>
                <a:spcPct val="120000"/>
              </a:lnSpc>
              <a:defRPr/>
            </a:pPr>
            <a:r>
              <a:rPr lang="zh-CN" altLang="en-US" dirty="0"/>
              <a:t>以解释方式执行高级语言程序比较灵活，对编程语言的</a:t>
            </a:r>
            <a:r>
              <a:rPr lang="zh-CN" altLang="en-US"/>
              <a:t>限制</a:t>
            </a:r>
            <a:r>
              <a:rPr lang="zh-CN" altLang="en-US" smtClean="0"/>
              <a:t>较少（如不需要指定变量的类型），但程序执行效率</a:t>
            </a:r>
            <a:r>
              <a:rPr lang="zh-CN" altLang="en-US" dirty="0"/>
              <a:t>比较低。</a:t>
            </a:r>
            <a:endParaRPr lang="en-US" altLang="zh-CN" dirty="0"/>
          </a:p>
          <a:p>
            <a:pPr marL="831850" lvl="1" eaLnBrk="1" hangingPunct="1">
              <a:lnSpc>
                <a:spcPct val="120000"/>
              </a:lnSpc>
              <a:defRPr/>
            </a:pPr>
            <a:r>
              <a:rPr lang="zh-CN" altLang="en-US" dirty="0"/>
              <a:t>可以先通过编译方式把高级语言程序翻译成功能上等价的、相对简单的某种</a:t>
            </a:r>
            <a:r>
              <a:rPr lang="zh-CN" altLang="en-US" dirty="0">
                <a:solidFill>
                  <a:srgbClr val="FFC000"/>
                </a:solidFill>
              </a:rPr>
              <a:t>中间语言</a:t>
            </a:r>
            <a:r>
              <a:rPr lang="zh-CN" altLang="en-US" dirty="0"/>
              <a:t>程序，然后用解释方式执行这个中间语言程序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371568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高级语言的分类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8888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/>
              <a:t>典型的高级语言有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zh-CN" dirty="0" smtClean="0"/>
              <a:t>FORTRAN</a:t>
            </a:r>
            <a:r>
              <a:rPr lang="zh-CN" altLang="en-US" dirty="0"/>
              <a:t>、</a:t>
            </a:r>
            <a:r>
              <a:rPr lang="en-US" altLang="zh-CN" dirty="0"/>
              <a:t>COBOL</a:t>
            </a:r>
            <a:r>
              <a:rPr lang="zh-CN" altLang="en-US" dirty="0"/>
              <a:t>、</a:t>
            </a:r>
            <a:r>
              <a:rPr lang="en-US" altLang="zh-CN" dirty="0" smtClean="0"/>
              <a:t>BASIC</a:t>
            </a:r>
            <a:r>
              <a:rPr lang="zh-CN" altLang="en-US" dirty="0" smtClean="0"/>
              <a:t>、</a:t>
            </a:r>
            <a:r>
              <a:rPr lang="en-US" altLang="zh-CN" dirty="0"/>
              <a:t>Pascal</a:t>
            </a:r>
            <a:r>
              <a:rPr lang="zh-CN" altLang="en-US" dirty="0"/>
              <a:t>、</a:t>
            </a:r>
            <a:r>
              <a:rPr lang="en-US" altLang="zh-CN" dirty="0">
                <a:solidFill>
                  <a:srgbClr val="FFC000"/>
                </a:solidFill>
              </a:rPr>
              <a:t>C</a:t>
            </a:r>
            <a:r>
              <a:rPr lang="zh-CN" altLang="en-US" dirty="0"/>
              <a:t>、</a:t>
            </a:r>
            <a:r>
              <a:rPr lang="en-US" altLang="zh-CN" dirty="0"/>
              <a:t>Ada</a:t>
            </a:r>
            <a:r>
              <a:rPr lang="zh-CN" altLang="en-US" dirty="0"/>
              <a:t>、</a:t>
            </a:r>
            <a:r>
              <a:rPr lang="en-US" altLang="zh-CN" dirty="0"/>
              <a:t>Modula-2</a:t>
            </a:r>
            <a:r>
              <a:rPr lang="zh-CN" altLang="en-US" dirty="0"/>
              <a:t>、</a:t>
            </a:r>
            <a:r>
              <a:rPr lang="en-US" altLang="zh-CN" dirty="0"/>
              <a:t>Lisp</a:t>
            </a:r>
            <a:r>
              <a:rPr lang="zh-CN" altLang="en-US" dirty="0"/>
              <a:t>、</a:t>
            </a:r>
            <a:r>
              <a:rPr lang="en-US" altLang="zh-CN" dirty="0"/>
              <a:t>Prolog</a:t>
            </a:r>
            <a:r>
              <a:rPr lang="zh-CN" altLang="en-US" dirty="0"/>
              <a:t>、</a:t>
            </a:r>
            <a:r>
              <a:rPr lang="en-US" altLang="zh-CN" dirty="0" err="1"/>
              <a:t>Simula</a:t>
            </a:r>
            <a:r>
              <a:rPr lang="zh-CN" altLang="en-US" dirty="0"/>
              <a:t>、</a:t>
            </a:r>
            <a:r>
              <a:rPr lang="en-US" altLang="zh-CN" dirty="0"/>
              <a:t>Smalltalk</a:t>
            </a:r>
            <a:r>
              <a:rPr lang="zh-CN" altLang="en-US" dirty="0"/>
              <a:t>、</a:t>
            </a:r>
            <a:r>
              <a:rPr lang="en-US" altLang="zh-CN" dirty="0">
                <a:solidFill>
                  <a:srgbClr val="FFC000"/>
                </a:solidFill>
              </a:rPr>
              <a:t>C++</a:t>
            </a:r>
            <a:r>
              <a:rPr lang="zh-CN" altLang="en-US" dirty="0"/>
              <a:t>、</a:t>
            </a:r>
            <a:r>
              <a:rPr lang="en-US" altLang="zh-CN" dirty="0"/>
              <a:t>Java</a:t>
            </a:r>
            <a:r>
              <a:rPr lang="zh-CN" altLang="en-US" dirty="0"/>
              <a:t>、</a:t>
            </a:r>
            <a:r>
              <a:rPr lang="en-US" altLang="zh-CN" dirty="0" smtClean="0"/>
              <a:t>Python</a:t>
            </a:r>
            <a:r>
              <a:rPr lang="zh-CN" altLang="en-US" dirty="0" smtClean="0"/>
              <a:t>、</a:t>
            </a:r>
            <a:r>
              <a:rPr lang="en-US" altLang="zh-CN" dirty="0" smtClean="0"/>
              <a:t>......</a:t>
            </a:r>
            <a:r>
              <a:rPr lang="zh-CN" altLang="en-US" dirty="0" smtClean="0"/>
              <a:t> </a:t>
            </a:r>
            <a:endParaRPr lang="en-US" altLang="zh-CN" dirty="0"/>
          </a:p>
          <a:p>
            <a:pPr>
              <a:lnSpc>
                <a:spcPct val="120000"/>
              </a:lnSpc>
              <a:defRPr/>
            </a:pPr>
            <a:r>
              <a:rPr lang="zh-CN" altLang="en-US" dirty="0" smtClean="0"/>
              <a:t>按照适用的应用类型，可分为：</a:t>
            </a:r>
            <a:endParaRPr lang="en-US" altLang="zh-CN" dirty="0" smtClean="0"/>
          </a:p>
          <a:p>
            <a:pPr lvl="1">
              <a:lnSpc>
                <a:spcPct val="120000"/>
              </a:lnSpc>
              <a:defRPr/>
            </a:pPr>
            <a:r>
              <a:rPr lang="zh-CN" altLang="en-US" dirty="0" smtClean="0"/>
              <a:t>科学计算语言（如</a:t>
            </a:r>
            <a:r>
              <a:rPr lang="en-US" altLang="zh-CN" dirty="0" smtClean="0"/>
              <a:t>FORTRAN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1">
              <a:lnSpc>
                <a:spcPct val="120000"/>
              </a:lnSpc>
              <a:defRPr/>
            </a:pPr>
            <a:r>
              <a:rPr lang="zh-CN" altLang="en-US" dirty="0" smtClean="0"/>
              <a:t>商务处理语言（如</a:t>
            </a:r>
            <a:r>
              <a:rPr lang="en-US" altLang="zh-CN" dirty="0" smtClean="0"/>
              <a:t>COBOL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1">
              <a:lnSpc>
                <a:spcPct val="120000"/>
              </a:lnSpc>
              <a:defRPr/>
            </a:pPr>
            <a:r>
              <a:rPr lang="zh-CN" altLang="en-US" dirty="0" smtClean="0"/>
              <a:t>系统程序语言（如</a:t>
            </a:r>
            <a:r>
              <a:rPr lang="en-US" altLang="zh-CN" dirty="0" smtClean="0"/>
              <a:t>C/C++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1">
              <a:lnSpc>
                <a:spcPct val="120000"/>
              </a:lnSpc>
              <a:defRPr/>
            </a:pPr>
            <a:r>
              <a:rPr lang="zh-CN" altLang="en-US" dirty="0" smtClean="0"/>
              <a:t>网络应用语言（如</a:t>
            </a:r>
            <a:r>
              <a:rPr lang="en-US" altLang="zh-CN" dirty="0" smtClean="0"/>
              <a:t>Java</a:t>
            </a:r>
            <a:r>
              <a:rPr lang="zh-CN" altLang="en-US" dirty="0" smtClean="0"/>
              <a:t>、</a:t>
            </a:r>
            <a:r>
              <a:rPr lang="en-US" altLang="zh-CN" dirty="0" smtClean="0"/>
              <a:t>Python</a:t>
            </a:r>
            <a:r>
              <a:rPr lang="zh-CN" altLang="en-US" dirty="0" smtClean="0"/>
              <a:t>）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dirty="0"/>
              <a:t>按照所支持的程序设计范式，可分为：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/>
              <a:t>过程式语言（如</a:t>
            </a:r>
            <a:r>
              <a:rPr lang="en-US" altLang="zh-CN" dirty="0"/>
              <a:t>FORTRAN</a:t>
            </a:r>
            <a:r>
              <a:rPr lang="zh-CN" altLang="en-US" dirty="0"/>
              <a:t>、</a:t>
            </a:r>
            <a:r>
              <a:rPr lang="en-US" altLang="zh-CN" dirty="0"/>
              <a:t>COBOL</a:t>
            </a:r>
            <a:r>
              <a:rPr lang="zh-CN" altLang="en-US" dirty="0"/>
              <a:t>、</a:t>
            </a:r>
            <a:r>
              <a:rPr lang="en-US" altLang="zh-CN" dirty="0"/>
              <a:t>Basic</a:t>
            </a:r>
            <a:r>
              <a:rPr lang="zh-CN" altLang="en-US" dirty="0"/>
              <a:t>、</a:t>
            </a:r>
            <a:r>
              <a:rPr lang="en-US" altLang="zh-CN" dirty="0"/>
              <a:t>Pascal</a:t>
            </a:r>
            <a:r>
              <a:rPr lang="zh-CN" altLang="en-US" dirty="0"/>
              <a:t>、</a:t>
            </a:r>
            <a:r>
              <a:rPr lang="en-US" altLang="zh-CN" dirty="0"/>
              <a:t>C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/>
              <a:t>面向对象语言（如</a:t>
            </a:r>
            <a:r>
              <a:rPr lang="en-US" altLang="zh-CN" dirty="0" err="1"/>
              <a:t>Simula</a:t>
            </a:r>
            <a:r>
              <a:rPr lang="zh-CN" altLang="en-US" dirty="0"/>
              <a:t>、</a:t>
            </a:r>
            <a:r>
              <a:rPr lang="en-US" altLang="zh-CN" dirty="0"/>
              <a:t>Smalltalk</a:t>
            </a:r>
            <a:r>
              <a:rPr lang="zh-CN" altLang="en-US" dirty="0"/>
              <a:t>、</a:t>
            </a:r>
            <a:r>
              <a:rPr lang="en-US" altLang="zh-CN" dirty="0"/>
              <a:t>Java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/>
              <a:t>函数式语言（如</a:t>
            </a:r>
            <a:r>
              <a:rPr lang="en-US" altLang="zh-CN" dirty="0"/>
              <a:t>Lisp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/>
              <a:t>逻辑式语言（如</a:t>
            </a:r>
            <a:r>
              <a:rPr lang="en-US" altLang="zh-CN" dirty="0"/>
              <a:t>Prolog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/>
              <a:t>混合式语言（如</a:t>
            </a:r>
            <a:r>
              <a:rPr lang="en-US" altLang="zh-CN" dirty="0"/>
              <a:t>C++</a:t>
            </a:r>
            <a:r>
              <a:rPr lang="zh-CN" altLang="en-US" dirty="0"/>
              <a:t>，</a:t>
            </a:r>
            <a:r>
              <a:rPr lang="en-US" altLang="zh-CN" dirty="0"/>
              <a:t>Python</a:t>
            </a:r>
            <a:r>
              <a:rPr lang="zh-CN" altLang="en-US" dirty="0" smtClean="0"/>
              <a:t>）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001929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 smtClean="0"/>
              <a:t>按照执行</a:t>
            </a:r>
            <a:r>
              <a:rPr lang="zh-CN" altLang="en-US" dirty="0"/>
              <a:t>方式，可</a:t>
            </a:r>
            <a:r>
              <a:rPr lang="zh-CN" altLang="en-US" dirty="0" smtClean="0"/>
              <a:t>分为：</a:t>
            </a:r>
            <a:endParaRPr lang="en-US" altLang="zh-CN" dirty="0"/>
          </a:p>
          <a:p>
            <a:pPr lvl="1" eaLnBrk="1" hangingPunct="1">
              <a:defRPr/>
            </a:pPr>
            <a:r>
              <a:rPr lang="zh-CN" altLang="en-US" dirty="0"/>
              <a:t>编译型语言（如</a:t>
            </a:r>
            <a:r>
              <a:rPr lang="en-US" altLang="zh-CN" dirty="0"/>
              <a:t>FORTRAN</a:t>
            </a:r>
            <a:r>
              <a:rPr lang="zh-CN" altLang="en-US" dirty="0"/>
              <a:t>、</a:t>
            </a:r>
            <a:r>
              <a:rPr lang="en-US" altLang="zh-CN" dirty="0"/>
              <a:t>COBOL</a:t>
            </a:r>
            <a:r>
              <a:rPr lang="zh-CN" altLang="en-US" dirty="0"/>
              <a:t>、</a:t>
            </a:r>
            <a:r>
              <a:rPr lang="en-US" altLang="zh-CN" dirty="0"/>
              <a:t>Pascal</a:t>
            </a:r>
            <a:r>
              <a:rPr lang="zh-CN" altLang="en-US" dirty="0"/>
              <a:t>、</a:t>
            </a:r>
            <a:r>
              <a:rPr lang="en-US" altLang="zh-CN" dirty="0"/>
              <a:t>C</a:t>
            </a:r>
            <a:r>
              <a:rPr lang="zh-CN" altLang="en-US" dirty="0"/>
              <a:t>、</a:t>
            </a:r>
            <a:r>
              <a:rPr lang="en-US" altLang="zh-CN" dirty="0"/>
              <a:t>Ada</a:t>
            </a:r>
            <a:r>
              <a:rPr lang="zh-CN" altLang="en-US" dirty="0"/>
              <a:t>、</a:t>
            </a:r>
            <a:r>
              <a:rPr lang="en-US" altLang="zh-CN" dirty="0"/>
              <a:t>Modula-2</a:t>
            </a:r>
            <a:r>
              <a:rPr lang="zh-CN" altLang="en-US" dirty="0"/>
              <a:t>、</a:t>
            </a:r>
            <a:r>
              <a:rPr lang="en-US" altLang="zh-CN" dirty="0" err="1"/>
              <a:t>Simula</a:t>
            </a:r>
            <a:r>
              <a:rPr lang="zh-CN" altLang="en-US" dirty="0"/>
              <a:t>、</a:t>
            </a:r>
            <a:r>
              <a:rPr lang="en-US" altLang="zh-CN" dirty="0"/>
              <a:t>C++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解释型语言（如</a:t>
            </a:r>
            <a:r>
              <a:rPr lang="en-US" altLang="zh-CN" dirty="0" smtClean="0"/>
              <a:t>BASIC</a:t>
            </a:r>
            <a:r>
              <a:rPr lang="zh-CN" altLang="en-US" dirty="0" smtClean="0"/>
              <a:t>、</a:t>
            </a:r>
            <a:r>
              <a:rPr lang="en-US" altLang="zh-CN" dirty="0"/>
              <a:t>Lisp</a:t>
            </a:r>
            <a:r>
              <a:rPr lang="zh-CN" altLang="en-US" dirty="0"/>
              <a:t>、</a:t>
            </a:r>
            <a:r>
              <a:rPr lang="en-US" altLang="zh-CN" dirty="0"/>
              <a:t>Prolog</a:t>
            </a:r>
            <a:r>
              <a:rPr lang="zh-CN" altLang="en-US" dirty="0"/>
              <a:t>、</a:t>
            </a:r>
            <a:r>
              <a:rPr lang="en-US" altLang="zh-CN" dirty="0" err="1"/>
              <a:t>Simula</a:t>
            </a:r>
            <a:r>
              <a:rPr lang="zh-CN" altLang="en-US" dirty="0"/>
              <a:t>、</a:t>
            </a:r>
            <a:r>
              <a:rPr lang="en-US" altLang="zh-CN" dirty="0"/>
              <a:t>Smalltalk</a:t>
            </a:r>
            <a:r>
              <a:rPr lang="zh-CN" altLang="en-US" dirty="0"/>
              <a:t>、</a:t>
            </a:r>
            <a:r>
              <a:rPr lang="en-US" altLang="zh-CN" dirty="0" smtClean="0"/>
              <a:t>Java</a:t>
            </a:r>
            <a:r>
              <a:rPr lang="zh-CN" altLang="en-US" dirty="0" smtClean="0"/>
              <a:t>、</a:t>
            </a:r>
            <a:r>
              <a:rPr lang="en-US" altLang="zh-CN" dirty="0" smtClean="0"/>
              <a:t>Python</a:t>
            </a:r>
            <a:r>
              <a:rPr lang="zh-CN" altLang="en-US" dirty="0" smtClean="0"/>
              <a:t>）</a:t>
            </a:r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12707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0"/>
            <a:ext cx="7772400" cy="11112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语言的设计和实现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268413"/>
            <a:ext cx="8280400" cy="5400675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dirty="0" smtClean="0">
                <a:solidFill>
                  <a:srgbClr val="FFCC66"/>
                </a:solidFill>
              </a:rPr>
              <a:t>语言的设计</a:t>
            </a:r>
            <a:r>
              <a:rPr lang="zh-CN" altLang="en-US" dirty="0" smtClean="0"/>
              <a:t>：给出语言的定义，包括语言的语法、语义和语用等。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dirty="0" smtClean="0">
                <a:solidFill>
                  <a:schemeClr val="folHlink"/>
                </a:solidFill>
              </a:rPr>
              <a:t>语法：</a:t>
            </a:r>
            <a:r>
              <a:rPr lang="zh-CN" altLang="en-US" dirty="0" smtClean="0"/>
              <a:t>是指构作</a:t>
            </a:r>
            <a:r>
              <a:rPr lang="zh-CN" altLang="en-US" dirty="0" smtClean="0">
                <a:solidFill>
                  <a:srgbClr val="FFC000"/>
                </a:solidFill>
              </a:rPr>
              <a:t>结构正确</a:t>
            </a:r>
            <a:r>
              <a:rPr lang="zh-CN" altLang="en-US" dirty="0" smtClean="0"/>
              <a:t>的语言成分所需遵循的规则。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dirty="0" smtClean="0">
                <a:solidFill>
                  <a:schemeClr val="folHlink"/>
                </a:solidFill>
              </a:rPr>
              <a:t>语义：</a:t>
            </a:r>
            <a:r>
              <a:rPr lang="zh-CN" altLang="en-US" dirty="0" smtClean="0"/>
              <a:t>是</a:t>
            </a:r>
            <a:r>
              <a:rPr lang="zh-CN" altLang="en-US" dirty="0"/>
              <a:t>指各个语言成分</a:t>
            </a:r>
            <a:r>
              <a:rPr lang="zh-CN" altLang="en-US" dirty="0" smtClean="0"/>
              <a:t>的</a:t>
            </a:r>
            <a:r>
              <a:rPr lang="zh-CN" altLang="en-US" dirty="0" smtClean="0">
                <a:solidFill>
                  <a:srgbClr val="FFC000"/>
                </a:solidFill>
              </a:rPr>
              <a:t>含义</a:t>
            </a:r>
            <a:r>
              <a:rPr lang="zh-CN" altLang="en-US" dirty="0" smtClean="0"/>
              <a:t>。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dirty="0" smtClean="0">
                <a:solidFill>
                  <a:schemeClr val="folHlink"/>
                </a:solidFill>
              </a:rPr>
              <a:t>语用：</a:t>
            </a:r>
            <a:r>
              <a:rPr lang="zh-CN" altLang="en-US" dirty="0" smtClean="0"/>
              <a:t>是指各个语言成分的</a:t>
            </a:r>
            <a:r>
              <a:rPr lang="zh-CN" altLang="en-US" dirty="0" smtClean="0">
                <a:solidFill>
                  <a:srgbClr val="FFC000"/>
                </a:solidFill>
              </a:rPr>
              <a:t>使用场合</a:t>
            </a:r>
            <a:r>
              <a:rPr lang="zh-CN" altLang="en-US" dirty="0" smtClean="0"/>
              <a:t>及所产生的实际效果。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dirty="0" smtClean="0">
                <a:solidFill>
                  <a:srgbClr val="FFCC66"/>
                </a:solidFill>
              </a:rPr>
              <a:t>语言的实现</a:t>
            </a:r>
            <a:r>
              <a:rPr lang="zh-CN" altLang="en-US" dirty="0" smtClean="0"/>
              <a:t>：在某种计算机平台上写出语言的翻译程序。</a:t>
            </a:r>
            <a:endParaRPr lang="en-US" altLang="zh-CN" dirty="0" smtClean="0"/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dirty="0" smtClean="0">
                <a:solidFill>
                  <a:srgbClr val="FFC000"/>
                </a:solidFill>
              </a:rPr>
              <a:t>注意</a:t>
            </a:r>
            <a:r>
              <a:rPr lang="zh-CN" altLang="en-US" dirty="0" smtClean="0"/>
              <a:t>：语言的实现者不必是语言的设计者，并且，针对某种语言可以有多种实现。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对</a:t>
            </a:r>
            <a:r>
              <a:rPr lang="zh-CN" altLang="en-US" dirty="0">
                <a:solidFill>
                  <a:srgbClr val="FFC000"/>
                </a:solidFill>
              </a:rPr>
              <a:t>语言的使用者</a:t>
            </a:r>
            <a:r>
              <a:rPr lang="zh-CN" altLang="en-US" dirty="0" smtClean="0"/>
              <a:t>来说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语言</a:t>
            </a:r>
            <a:r>
              <a:rPr lang="zh-CN" altLang="en-US" dirty="0"/>
              <a:t>的语法和语义相对来说容易掌握，只要学习和使用时仔细一点就能</a:t>
            </a:r>
            <a:r>
              <a:rPr lang="zh-CN" altLang="en-US" smtClean="0"/>
              <a:t>做到。语言</a:t>
            </a:r>
            <a:r>
              <a:rPr lang="zh-CN" altLang="en-US" dirty="0"/>
              <a:t>的语用则不太容易把握，它需要大量的语言实践（用语言编程解决实际问题</a:t>
            </a:r>
            <a:r>
              <a:rPr lang="zh-CN" altLang="en-US" dirty="0" smtClean="0"/>
              <a:t>）。</a:t>
            </a:r>
            <a:endParaRPr lang="en-US" altLang="zh-CN" dirty="0" smtClean="0"/>
          </a:p>
          <a:p>
            <a:pPr lvl="1"/>
            <a:r>
              <a:rPr lang="zh-CN" altLang="en-US" dirty="0"/>
              <a:t>语言的使用者在使用某个语言成分时</a:t>
            </a:r>
            <a:r>
              <a:rPr lang="zh-CN" altLang="en-US" dirty="0" smtClean="0"/>
              <a:t>，不仅需要知道语言的语法、语义和语用，往往还需要了解该成分的实现效率等</a:t>
            </a:r>
            <a:r>
              <a:rPr lang="zh-CN" altLang="en-US" dirty="0"/>
              <a:t>问题。</a:t>
            </a:r>
          </a:p>
        </p:txBody>
      </p:sp>
    </p:spTree>
    <p:extLst>
      <p:ext uri="{BB962C8B-B14F-4D97-AF65-F5344CB8AC3E}">
        <p14:creationId xmlns:p14="http://schemas.microsoft.com/office/powerpoint/2010/main" val="1697816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lobe">
  <a:themeElements>
    <a:clrScheme name="Globe 9">
      <a:dk1>
        <a:srgbClr val="003B76"/>
      </a:dk1>
      <a:lt1>
        <a:srgbClr val="FFFFFF"/>
      </a:lt1>
      <a:dk2>
        <a:srgbClr val="0066CC"/>
      </a:dk2>
      <a:lt2>
        <a:srgbClr val="FFFF00"/>
      </a:lt2>
      <a:accent1>
        <a:srgbClr val="33CCCC"/>
      </a:accent1>
      <a:accent2>
        <a:srgbClr val="66CCFF"/>
      </a:accent2>
      <a:accent3>
        <a:srgbClr val="AAB8E2"/>
      </a:accent3>
      <a:accent4>
        <a:srgbClr val="DADADA"/>
      </a:accent4>
      <a:accent5>
        <a:srgbClr val="ADE2E2"/>
      </a:accent5>
      <a:accent6>
        <a:srgbClr val="5CB9E7"/>
      </a:accent6>
      <a:hlink>
        <a:srgbClr val="FFFFCC"/>
      </a:hlink>
      <a:folHlink>
        <a:srgbClr val="FFCC66"/>
      </a:folHlink>
    </a:clrScheme>
    <a:fontScheme name="Globe">
      <a:majorFont>
        <a:latin typeface="Arial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宋体" pitchFamily="2" charset="-122"/>
          </a:defRPr>
        </a:defPPr>
      </a:lstStyle>
    </a:lnDef>
    <a:txDef>
      <a:spPr bwMode="auto">
        <a:noFill/>
        <a:ln>
          <a:noFill/>
        </a:ln>
        <a:effectLst/>
        <a:extLst/>
      </a:spPr>
      <a:bodyPr/>
      <a:lstStyle>
        <a:defPPr eaLnBrk="1" hangingPunct="1">
          <a:lnSpc>
            <a:spcPct val="90000"/>
          </a:lnSpc>
          <a:defRPr sz="2800" smtClean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</a:txDef>
  </a:objectDefaults>
  <a:extraClrSchemeLst>
    <a:extraClrScheme>
      <a:clrScheme name="Globe 1">
        <a:dk1>
          <a:srgbClr val="622100"/>
        </a:dk1>
        <a:lt1>
          <a:srgbClr val="FFFFFF"/>
        </a:lt1>
        <a:dk2>
          <a:srgbClr val="800000"/>
        </a:dk2>
        <a:lt2>
          <a:srgbClr val="FFFFCC"/>
        </a:lt2>
        <a:accent1>
          <a:srgbClr val="E42B00"/>
        </a:accent1>
        <a:accent2>
          <a:srgbClr val="996600"/>
        </a:accent2>
        <a:accent3>
          <a:srgbClr val="C0AAAA"/>
        </a:accent3>
        <a:accent4>
          <a:srgbClr val="DADADA"/>
        </a:accent4>
        <a:accent5>
          <a:srgbClr val="EFACAA"/>
        </a:accent5>
        <a:accent6>
          <a:srgbClr val="8A5C00"/>
        </a:accent6>
        <a:hlink>
          <a:srgbClr val="FADF6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2">
        <a:dk1>
          <a:srgbClr val="5F4545"/>
        </a:dk1>
        <a:lt1>
          <a:srgbClr val="FFFFFF"/>
        </a:lt1>
        <a:dk2>
          <a:srgbClr val="8F6969"/>
        </a:dk2>
        <a:lt2>
          <a:srgbClr val="FFFFCC"/>
        </a:lt2>
        <a:accent1>
          <a:srgbClr val="CC6600"/>
        </a:accent1>
        <a:accent2>
          <a:srgbClr val="924C0C"/>
        </a:accent2>
        <a:accent3>
          <a:srgbClr val="C6B9B9"/>
        </a:accent3>
        <a:accent4>
          <a:srgbClr val="DADADA"/>
        </a:accent4>
        <a:accent5>
          <a:srgbClr val="E2B8AA"/>
        </a:accent5>
        <a:accent6>
          <a:srgbClr val="84440A"/>
        </a:accent6>
        <a:hlink>
          <a:srgbClr val="CFD375"/>
        </a:hlink>
        <a:folHlink>
          <a:srgbClr val="98BB9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3">
        <a:dk1>
          <a:srgbClr val="003B76"/>
        </a:dk1>
        <a:lt1>
          <a:srgbClr val="FFFFFF"/>
        </a:lt1>
        <a:dk2>
          <a:srgbClr val="0066CC"/>
        </a:dk2>
        <a:lt2>
          <a:srgbClr val="CCECFF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4">
        <a:dk1>
          <a:srgbClr val="005856"/>
        </a:dk1>
        <a:lt1>
          <a:srgbClr val="FFFFFF"/>
        </a:lt1>
        <a:dk2>
          <a:srgbClr val="008080"/>
        </a:dk2>
        <a:lt2>
          <a:srgbClr val="FFFFCC"/>
        </a:lt2>
        <a:accent1>
          <a:srgbClr val="0099CC"/>
        </a:accent1>
        <a:accent2>
          <a:srgbClr val="00CCFF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B9E7"/>
        </a:accent6>
        <a:hlink>
          <a:srgbClr val="1ACE9F"/>
        </a:hlink>
        <a:folHlink>
          <a:srgbClr val="948CC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5">
        <a:dk1>
          <a:srgbClr val="3C5436"/>
        </a:dk1>
        <a:lt1>
          <a:srgbClr val="FFFFFF"/>
        </a:lt1>
        <a:dk2>
          <a:srgbClr val="5F8656"/>
        </a:dk2>
        <a:lt2>
          <a:srgbClr val="D6D8C0"/>
        </a:lt2>
        <a:accent1>
          <a:srgbClr val="61733D"/>
        </a:accent1>
        <a:accent2>
          <a:srgbClr val="324A39"/>
        </a:accent2>
        <a:accent3>
          <a:srgbClr val="B6C3B4"/>
        </a:accent3>
        <a:accent4>
          <a:srgbClr val="DADADA"/>
        </a:accent4>
        <a:accent5>
          <a:srgbClr val="B7BCAF"/>
        </a:accent5>
        <a:accent6>
          <a:srgbClr val="2C4233"/>
        </a:accent6>
        <a:hlink>
          <a:srgbClr val="73D588"/>
        </a:hlink>
        <a:folHlink>
          <a:srgbClr val="6F99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6">
        <a:dk1>
          <a:srgbClr val="5B7B65"/>
        </a:dk1>
        <a:lt1>
          <a:srgbClr val="FFFFFF"/>
        </a:lt1>
        <a:dk2>
          <a:srgbClr val="9ABE9D"/>
        </a:dk2>
        <a:lt2>
          <a:srgbClr val="336600"/>
        </a:lt2>
        <a:accent1>
          <a:srgbClr val="00CC66"/>
        </a:accent1>
        <a:accent2>
          <a:srgbClr val="4E7050"/>
        </a:accent2>
        <a:accent3>
          <a:srgbClr val="CADBCC"/>
        </a:accent3>
        <a:accent4>
          <a:srgbClr val="DADADA"/>
        </a:accent4>
        <a:accent5>
          <a:srgbClr val="AAE2B8"/>
        </a:accent5>
        <a:accent6>
          <a:srgbClr val="466548"/>
        </a:accent6>
        <a:hlink>
          <a:srgbClr val="FFFFCC"/>
        </a:hlink>
        <a:folHlink>
          <a:srgbClr val="9CE8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7">
        <a:dk1>
          <a:srgbClr val="4C4E44"/>
        </a:dk1>
        <a:lt1>
          <a:srgbClr val="FFFFFF"/>
        </a:lt1>
        <a:dk2>
          <a:srgbClr val="686B5D"/>
        </a:dk2>
        <a:lt2>
          <a:srgbClr val="D6D5C6"/>
        </a:lt2>
        <a:accent1>
          <a:srgbClr val="898D79"/>
        </a:accent1>
        <a:accent2>
          <a:srgbClr val="4D4F45"/>
        </a:accent2>
        <a:accent3>
          <a:srgbClr val="B9BAB6"/>
        </a:accent3>
        <a:accent4>
          <a:srgbClr val="DADADA"/>
        </a:accent4>
        <a:accent5>
          <a:srgbClr val="C4C5BE"/>
        </a:accent5>
        <a:accent6>
          <a:srgbClr val="45473E"/>
        </a:accent6>
        <a:hlink>
          <a:srgbClr val="58BE67"/>
        </a:hlink>
        <a:folHlink>
          <a:srgbClr val="C0C64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8">
        <a:dk1>
          <a:srgbClr val="000000"/>
        </a:dk1>
        <a:lt1>
          <a:srgbClr val="FFFFDD"/>
        </a:lt1>
        <a:dk2>
          <a:srgbClr val="000000"/>
        </a:dk2>
        <a:lt2>
          <a:srgbClr val="98977A"/>
        </a:lt2>
        <a:accent1>
          <a:srgbClr val="BDCDA7"/>
        </a:accent1>
        <a:accent2>
          <a:srgbClr val="A0D060"/>
        </a:accent2>
        <a:accent3>
          <a:srgbClr val="FFFFEB"/>
        </a:accent3>
        <a:accent4>
          <a:srgbClr val="000000"/>
        </a:accent4>
        <a:accent5>
          <a:srgbClr val="DBE3D0"/>
        </a:accent5>
        <a:accent6>
          <a:srgbClr val="91BC56"/>
        </a:accent6>
        <a:hlink>
          <a:srgbClr val="FADD4E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e 9">
        <a:dk1>
          <a:srgbClr val="003B76"/>
        </a:dk1>
        <a:lt1>
          <a:srgbClr val="FFFFFF"/>
        </a:lt1>
        <a:dk2>
          <a:srgbClr val="0066CC"/>
        </a:dk2>
        <a:lt2>
          <a:srgbClr val="FFFF00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Globe</Template>
  <TotalTime>21275</TotalTime>
  <Words>1855</Words>
  <Application>Microsoft Office PowerPoint</Application>
  <PresentationFormat>全屏显示(4:3)</PresentationFormat>
  <Paragraphs>168</Paragraphs>
  <Slides>25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0" baseType="lpstr">
      <vt:lpstr>宋体</vt:lpstr>
      <vt:lpstr>Arial</vt:lpstr>
      <vt:lpstr>Verdana</vt:lpstr>
      <vt:lpstr>Wingdings</vt:lpstr>
      <vt:lpstr>Globe</vt:lpstr>
      <vt:lpstr>程序设计概述</vt:lpstr>
      <vt:lpstr>主要内容</vt:lpstr>
      <vt:lpstr>程序（Program）</vt:lpstr>
      <vt:lpstr>程序设计（Programming）</vt:lpstr>
      <vt:lpstr>程序设计范式 </vt:lpstr>
      <vt:lpstr>PowerPoint 演示文稿</vt:lpstr>
      <vt:lpstr>过程式程序设计</vt:lpstr>
      <vt:lpstr>对象式（面向对象） 程序设计</vt:lpstr>
      <vt:lpstr>函数式与逻辑式 </vt:lpstr>
      <vt:lpstr>程序设计步骤</vt:lpstr>
      <vt:lpstr>程序设计步骤（续1）</vt:lpstr>
      <vt:lpstr>程序设计步骤（续2）</vt:lpstr>
      <vt:lpstr>程序设计语言 </vt:lpstr>
      <vt:lpstr>低级语言</vt:lpstr>
      <vt:lpstr>高级语言</vt:lpstr>
      <vt:lpstr>低级语言与高级语言程序的比较</vt:lpstr>
      <vt:lpstr>PowerPoint 演示文稿</vt:lpstr>
      <vt:lpstr>高级语言的翻译</vt:lpstr>
      <vt:lpstr>PowerPoint 演示文稿</vt:lpstr>
      <vt:lpstr>PowerPoint 演示文稿</vt:lpstr>
      <vt:lpstr>高级语言的分类</vt:lpstr>
      <vt:lpstr>PowerPoint 演示文稿</vt:lpstr>
      <vt:lpstr>PowerPoint 演示文稿</vt:lpstr>
      <vt:lpstr>语言的设计和实现</vt:lpstr>
      <vt:lpstr>PowerPoint 演示文稿</vt:lpstr>
    </vt:vector>
  </TitlesOfParts>
  <Company>Nanjing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 概述</dc:title>
  <dc:creator>Chen Jiajun</dc:creator>
  <cp:lastModifiedBy>Chen Jiajun</cp:lastModifiedBy>
  <cp:revision>491</cp:revision>
  <dcterms:created xsi:type="dcterms:W3CDTF">2004-08-24T14:17:49Z</dcterms:created>
  <dcterms:modified xsi:type="dcterms:W3CDTF">2026-07-16T08:23:06Z</dcterms:modified>
</cp:coreProperties>
</file>